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ToGreater" descr="/home/user/dsme-2026/poster/pptx-assets-v4/lgc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375" y="438150"/>
            <a:ext cx="447675" cy="447675"/>
          </a:xfrm>
          <a:prstGeom prst="rect">
            <a:avLst/>
          </a:prstGeom>
        </p:spPr>
      </p:pic>
      <p:pic>
        <p:nvPicPr>
          <p:cNvPr id="3" name="Logo CapCut" descr="/home/user/dsme-2026/poster/pptx-assets-v4/lgcapcu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4375" y="438150"/>
            <a:ext cx="447675" cy="447675"/>
          </a:xfrm>
          <a:prstGeom prst="rect">
            <a:avLst/>
          </a:prstGeom>
        </p:spPr>
      </p:pic>
      <p:pic>
        <p:nvPicPr>
          <p:cNvPr id="4" name="Logo Claude" descr="/home/user/dsme-2026/poster/pptx-assets-v4/lgclau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9900" y="438150"/>
            <a:ext cx="447675" cy="447675"/>
          </a:xfrm>
          <a:prstGeom prst="rect">
            <a:avLst/>
          </a:prstGeom>
        </p:spPr>
      </p:pic>
      <p:sp>
        <p:nvSpPr>
          <p:cNvPr id="5" name="Logo ToGreater"/>
          <p:cNvSpPr txBox="1"/>
          <p:nvPr/>
        </p:nvSpPr>
        <p:spPr>
          <a:xfrm>
            <a:off x="2393156" y="438150"/>
            <a:ext cx="1682502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FFFFFF"/>
                </a:solidFill>
                <a:latin typeface="LINE Seed Sans TH Heavy" pitchFamily="34" charset="0"/>
                <a:ea typeface="LINE Seed Sans TH Heavy" pitchFamily="34" charset="-122"/>
                <a:cs typeface="LINE Seed Sans TH Heavy" pitchFamily="34" charset="-120"/>
              </a:rPr>
              <a:t>ToGreater</a:t>
            </a:r>
            <a:endParaRPr lang="en-US" sz="2250" dirty="0"/>
          </a:p>
        </p:txBody>
      </p:sp>
      <p:sp>
        <p:nvSpPr>
          <p:cNvPr id="6" name="Logo CapCut"/>
          <p:cNvSpPr txBox="1"/>
          <p:nvPr/>
        </p:nvSpPr>
        <p:spPr>
          <a:xfrm>
            <a:off x="5066258" y="438150"/>
            <a:ext cx="1301055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FFFFFF"/>
                </a:solidFill>
                <a:latin typeface="LINE Seed Sans TH Heavy" pitchFamily="34" charset="0"/>
                <a:ea typeface="LINE Seed Sans TH Heavy" pitchFamily="34" charset="-122"/>
                <a:cs typeface="LINE Seed Sans TH Heavy" pitchFamily="34" charset="-120"/>
              </a:rPr>
              <a:t>CapCut</a:t>
            </a:r>
            <a:endParaRPr lang="en-US" sz="2250" dirty="0"/>
          </a:p>
        </p:txBody>
      </p:sp>
      <p:sp>
        <p:nvSpPr>
          <p:cNvPr id="7" name="Logo Claude"/>
          <p:cNvSpPr txBox="1"/>
          <p:nvPr/>
        </p:nvSpPr>
        <p:spPr>
          <a:xfrm>
            <a:off x="7357914" y="438150"/>
            <a:ext cx="1202680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FFFFFF"/>
                </a:solidFill>
                <a:latin typeface="LINE Seed Sans TH Heavy" pitchFamily="34" charset="0"/>
                <a:ea typeface="LINE Seed Sans TH Heavy" pitchFamily="34" charset="-122"/>
                <a:cs typeface="LINE Seed Sans TH Heavy" pitchFamily="34" charset="-120"/>
              </a:rPr>
              <a:t>Claude</a:t>
            </a:r>
            <a:endParaRPr lang="en-US" sz="2250" dirty="0"/>
          </a:p>
        </p:txBody>
      </p:sp>
      <p:sp>
        <p:nvSpPr>
          <p:cNvPr id="8" name="Shape 3"/>
          <p:cNvSpPr/>
          <p:nvPr/>
        </p:nvSpPr>
        <p:spPr>
          <a:xfrm>
            <a:off x="4228058" y="471488"/>
            <a:ext cx="19050" cy="3810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9" name="Shape 4"/>
          <p:cNvSpPr/>
          <p:nvPr/>
        </p:nvSpPr>
        <p:spPr>
          <a:xfrm>
            <a:off x="6519714" y="471488"/>
            <a:ext cx="19050" cy="3810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0" name="Price badge"/>
          <p:cNvSpPr/>
          <p:nvPr/>
        </p:nvSpPr>
        <p:spPr>
          <a:xfrm rot="-480000">
            <a:off x="666750" y="1905000"/>
            <a:ext cx="2381250" cy="2381250"/>
          </a:xfrm>
          <a:prstGeom prst="ellipse">
            <a:avLst/>
          </a:prstGeom>
          <a:solidFill>
            <a:srgbClr val="FF7A3D"/>
          </a:solidFill>
          <a:ln w="57150">
            <a:solidFill>
              <a:srgbClr val="FFFFFF"/>
            </a:solidFill>
            <a:prstDash val="solid"/>
          </a:ln>
          <a:effectLst>
            <a:outerShdw sx="100000" sy="100000" kx="0" ky="0" algn="bl" rotWithShape="0" blurRad="330200" dist="177800" dir="5400000">
              <a:srgbClr val="0A1450">
                <a:alpha val="35000"/>
              </a:srgbClr>
            </a:outerShdw>
          </a:effectLst>
        </p:spPr>
      </p:sp>
      <p:sp>
        <p:nvSpPr>
          <p:cNvPr id="11" name="Price text"/>
          <p:cNvSpPr txBox="1"/>
          <p:nvPr/>
        </p:nvSpPr>
        <p:spPr>
          <a:xfrm rot="-480000">
            <a:off x="666750" y="1905000"/>
            <a:ext cx="2381250" cy="2381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LINE Seed Sans TH" pitchFamily="34" charset="0"/>
                <a:ea typeface="LINE Seed Sans TH" pitchFamily="34" charset="-122"/>
                <a:cs typeface="LINE Seed Sans TH" pitchFamily="34" charset="-120"/>
              </a:rPr>
              <a:t>ราคารอบแรก</a:t>
            </a:r>
            <a:endParaRPr lang="en-US" sz="18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5400" dirty="0">
                <a:solidFill>
                  <a:srgbClr val="FFFFFF"/>
                </a:solidFill>
                <a:latin typeface="LINE Seed Sans TH Heavy" pitchFamily="34" charset="0"/>
                <a:ea typeface="LINE Seed Sans TH Heavy" pitchFamily="34" charset="-122"/>
                <a:cs typeface="LINE Seed Sans TH Heavy" pitchFamily="34" charset="-120"/>
              </a:rPr>
              <a:t>6,990</a:t>
            </a:r>
            <a:endParaRPr lang="en-US" sz="18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LINE Seed Sans TH" pitchFamily="34" charset="0"/>
                <a:ea typeface="LINE Seed Sans TH" pitchFamily="34" charset="-122"/>
                <a:cs typeface="LINE Seed Sans TH" pitchFamily="34" charset="-120"/>
              </a:rPr>
              <a:t>บาท/ท่าน</a:t>
            </a:r>
            <a:endParaRPr lang="en-US" sz="18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500" strike="sngStrike" dirty="0">
                <a:solidFill>
                  <a:srgbClr val="FFFFFF"/>
                </a:solidFill>
                <a:latin typeface="LINE Seed Sans TH" pitchFamily="34" charset="0"/>
                <a:ea typeface="LINE Seed Sans TH" pitchFamily="34" charset="-122"/>
                <a:cs typeface="LINE Seed Sans TH" pitchFamily="34" charset="-120"/>
              </a:rPr>
              <a:t>ราคาเต็ม 8,500</a:t>
            </a:r>
            <a:endParaRPr lang="en-US" sz="1800" dirty="0"/>
          </a:p>
        </p:txBody>
      </p:sp>
      <p:pic>
        <p:nvPicPr>
          <p:cNvPr id="12" name="Instructors" descr="/home/user/dsme-2026/poster/pptx-assets-v4/peop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305300"/>
            <a:ext cx="7048500" cy="8553450"/>
          </a:xfrm>
          <a:prstGeom prst="rect">
            <a:avLst/>
          </a:prstGeom>
        </p:spPr>
      </p:pic>
      <p:sp>
        <p:nvSpPr>
          <p:cNvPr id="13" name="Eyebrow"/>
          <p:cNvSpPr txBox="1"/>
          <p:nvPr/>
        </p:nvSpPr>
        <p:spPr>
          <a:xfrm>
            <a:off x="6096000" y="1866900"/>
            <a:ext cx="2471738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i="1" dirty="0">
                <a:solidFill>
                  <a:srgbClr val="FFFFFF"/>
                </a:solidFill>
                <a:latin typeface="LINE Seed Sans TH Heavy" pitchFamily="34" charset="0"/>
                <a:ea typeface="LINE Seed Sans TH Heavy" pitchFamily="34" charset="-122"/>
                <a:cs typeface="LINE Seed Sans TH Heavy" pitchFamily="34" charset="-120"/>
              </a:rPr>
              <a:t>#ToGreater,</a:t>
            </a:r>
            <a:endParaRPr lang="en-US" sz="2250" dirty="0"/>
          </a:p>
          <a:p>
            <a:pPr algn="l" indent="0" marL="0">
              <a:buNone/>
            </a:pPr>
            <a:r>
              <a:rPr lang="en-US" sz="2250" i="1" dirty="0">
                <a:solidFill>
                  <a:srgbClr val="FFFFFF"/>
                </a:solidFill>
                <a:latin typeface="LINE Seed Sans TH" pitchFamily="34" charset="0"/>
                <a:ea typeface="LINE Seed Sans TH" pitchFamily="34" charset="-122"/>
                <a:cs typeface="LINE Seed Sans TH" pitchFamily="34" charset="-120"/>
              </a:rPr>
              <a:t>คอร์สสด 1 วันจบ</a:t>
            </a:r>
            <a:endParaRPr lang="en-US" sz="2250" dirty="0"/>
          </a:p>
        </p:txBody>
      </p:sp>
      <p:sp>
        <p:nvSpPr>
          <p:cNvPr id="14" name="Headline 1"/>
          <p:cNvSpPr txBox="1"/>
          <p:nvPr/>
        </p:nvSpPr>
        <p:spPr>
          <a:xfrm>
            <a:off x="6057900" y="2781300"/>
            <a:ext cx="4090839" cy="1333500"/>
          </a:xfrm>
          <a:prstGeom prst="rect">
            <a:avLst/>
          </a:prstGeom>
          <a:noFill/>
          <a:ln/>
          <a:effectLst>
            <a:outerShdw sx="100000" sy="100000" kx="0" ky="0" algn="bl" rotWithShape="0" blurRad="279400" dist="101600" dir="5400000">
              <a:srgbClr val="0A145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0" dirty="0">
                <a:solidFill>
                  <a:srgbClr val="FFFFFF"/>
                </a:solidFill>
                <a:latin typeface="LINE Seed Sans TH Heavy" pitchFamily="34" charset="0"/>
                <a:ea typeface="LINE Seed Sans TH Heavy" pitchFamily="34" charset="-122"/>
                <a:cs typeface="LINE Seed Sans TH Heavy" pitchFamily="34" charset="-120"/>
              </a:rPr>
              <a:t>1 Day</a:t>
            </a:r>
            <a:endParaRPr lang="en-US" sz="10500" dirty="0"/>
          </a:p>
        </p:txBody>
      </p:sp>
      <p:sp>
        <p:nvSpPr>
          <p:cNvPr id="15" name="Headline 2"/>
          <p:cNvSpPr txBox="1"/>
          <p:nvPr/>
        </p:nvSpPr>
        <p:spPr>
          <a:xfrm>
            <a:off x="6057900" y="3981450"/>
            <a:ext cx="2009924" cy="1428750"/>
          </a:xfrm>
          <a:prstGeom prst="rect">
            <a:avLst/>
          </a:prstGeom>
          <a:noFill/>
          <a:ln/>
          <a:effectLst>
            <a:outerShdw sx="100000" sy="100000" kx="0" ky="0" algn="bl" rotWithShape="0" blurRad="279400" dist="101600" dir="5400000">
              <a:srgbClr val="0A145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0" dirty="0">
                <a:solidFill>
                  <a:srgbClr val="FFFFFF"/>
                </a:solidFill>
                <a:latin typeface="LINE Seed Sans TH Heavy" pitchFamily="34" charset="0"/>
                <a:ea typeface="LINE Seed Sans TH Heavy" pitchFamily="34" charset="-122"/>
                <a:cs typeface="LINE Seed Sans TH Heavy" pitchFamily="34" charset="-120"/>
              </a:rPr>
              <a:t>AI</a:t>
            </a:r>
            <a:endParaRPr lang="en-US" sz="11250" dirty="0"/>
          </a:p>
        </p:txBody>
      </p:sp>
      <p:sp>
        <p:nvSpPr>
          <p:cNvPr id="16" name="Headline 3"/>
          <p:cNvSpPr txBox="1"/>
          <p:nvPr/>
        </p:nvSpPr>
        <p:spPr>
          <a:xfrm>
            <a:off x="6057900" y="5467350"/>
            <a:ext cx="4003923" cy="1066800"/>
          </a:xfrm>
          <a:prstGeom prst="rect">
            <a:avLst/>
          </a:prstGeom>
          <a:noFill/>
          <a:ln/>
          <a:effectLst>
            <a:outerShdw sx="100000" sy="100000" kx="0" ky="0" algn="bl" rotWithShape="0" blurRad="279400" dist="101600" dir="5400000">
              <a:srgbClr val="0A145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0" dirty="0">
                <a:solidFill>
                  <a:srgbClr val="FFFFFF"/>
                </a:solidFill>
                <a:latin typeface="LINE Seed Sans TH Heavy" pitchFamily="34" charset="0"/>
                <a:ea typeface="LINE Seed Sans TH Heavy" pitchFamily="34" charset="-122"/>
                <a:cs typeface="LINE Seed Sans TH Heavy" pitchFamily="34" charset="-120"/>
              </a:rPr>
              <a:t>ตัดคลิป</a:t>
            </a:r>
            <a:endParaRPr lang="en-US" sz="8400" dirty="0"/>
          </a:p>
        </p:txBody>
      </p:sp>
      <p:sp>
        <p:nvSpPr>
          <p:cNvPr id="17" name="Bubble tail"/>
          <p:cNvSpPr/>
          <p:nvPr/>
        </p:nvSpPr>
        <p:spPr>
          <a:xfrm rot="-5400000">
            <a:off x="5499342" y="6981825"/>
            <a:ext cx="342900" cy="28575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18" name="Bubble"/>
          <p:cNvSpPr/>
          <p:nvPr/>
        </p:nvSpPr>
        <p:spPr>
          <a:xfrm>
            <a:off x="5746992" y="6572250"/>
            <a:ext cx="4222266" cy="1203722"/>
          </a:xfrm>
          <a:prstGeom prst="parallelogram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0" dist="152400" dir="5400000">
              <a:srgbClr val="0A1450">
                <a:alpha val="30000"/>
              </a:srgbClr>
            </a:outerShdw>
          </a:effectLst>
        </p:spPr>
      </p:sp>
      <p:sp>
        <p:nvSpPr>
          <p:cNvPr id="19" name="Bubble text"/>
          <p:cNvSpPr txBox="1"/>
          <p:nvPr/>
        </p:nvSpPr>
        <p:spPr>
          <a:xfrm>
            <a:off x="6061317" y="6572250"/>
            <a:ext cx="3746016" cy="1203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550" b="1" dirty="0">
                <a:solidFill>
                  <a:srgbClr val="0F172A"/>
                </a:solidFill>
                <a:latin typeface="LINE Seed Sans TH" pitchFamily="34" charset="0"/>
                <a:ea typeface="LINE Seed Sans TH" pitchFamily="34" charset="-122"/>
                <a:cs typeface="LINE Seed Sans TH" pitchFamily="34" charset="-120"/>
              </a:rPr>
              <a:t>ทำคลิป ตัดต่อ </a:t>
            </a:r>
            <a:pPr algn="l" indent="0" marL="0">
              <a:lnSpc>
                <a:spcPct val="105000"/>
              </a:lnSpc>
              <a:buNone/>
            </a:pPr>
            <a:r>
              <a:rPr lang="en-US" sz="2550" b="1" dirty="0">
                <a:solidFill>
                  <a:srgbClr val="FF7A3D"/>
                </a:solidFill>
                <a:latin typeface="LINE Seed Sans TH Heavy" pitchFamily="34" charset="0"/>
                <a:ea typeface="LINE Seed Sans TH Heavy" pitchFamily="34" charset="-122"/>
                <a:cs typeface="LINE Seed Sans TH Heavy" pitchFamily="34" charset="-120"/>
              </a:rPr>
              <a:t>พร้อมขาย</a:t>
            </a:r>
            <a:endParaRPr lang="en-US" sz="25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2550" b="1" dirty="0">
                <a:solidFill>
                  <a:srgbClr val="0F172A"/>
                </a:solidFill>
                <a:latin typeface="LINE Seed Sans TH" pitchFamily="34" charset="0"/>
                <a:ea typeface="LINE Seed Sans TH" pitchFamily="34" charset="-122"/>
                <a:cs typeface="LINE Seed Sans TH" pitchFamily="34" charset="-120"/>
              </a:rPr>
              <a:t>ด้วย CapCut + Claude</a:t>
            </a:r>
            <a:endParaRPr lang="en-US" sz="2550" dirty="0"/>
          </a:p>
        </p:txBody>
      </p:sp>
      <p:sp>
        <p:nvSpPr>
          <p:cNvPr id="20" name="Chip เสาร์ 7 พ.ย. 69"/>
          <p:cNvSpPr txBox="1"/>
          <p:nvPr/>
        </p:nvSpPr>
        <p:spPr>
          <a:xfrm>
            <a:off x="6971109" y="8191500"/>
            <a:ext cx="2934891" cy="619125"/>
          </a:xfrm>
          <a:prstGeom prst="roundRect">
            <a:avLst>
              <a:gd name="adj" fmla="val 50215"/>
            </a:avLst>
          </a:prstGeom>
          <a:solidFill>
            <a:srgbClr val="0F172A">
              <a:alpha val="55000"/>
            </a:srgbClr>
          </a:solidFill>
          <a:ln w="19050">
            <a:solidFill>
              <a:srgbClr val="FFFFFF">
                <a:alpha val="3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LINE Seed Sans TH" pitchFamily="34" charset="0"/>
                <a:ea typeface="LINE Seed Sans TH" pitchFamily="34" charset="-122"/>
                <a:cs typeface="LINE Seed Sans TH" pitchFamily="34" charset="-120"/>
              </a:rPr>
              <a:t>วันเรียน </a:t>
            </a:r>
            <a:pPr algn="ctr" indent="0" marL="0">
              <a:buNone/>
            </a:pPr>
            <a:r>
              <a:rPr lang="en-US" sz="1950" dirty="0">
                <a:solidFill>
                  <a:srgbClr val="FFD3BC"/>
                </a:solidFill>
                <a:latin typeface="LINE Seed Sans TH Heavy" pitchFamily="34" charset="0"/>
                <a:ea typeface="LINE Seed Sans TH Heavy" pitchFamily="34" charset="-122"/>
                <a:cs typeface="LINE Seed Sans TH Heavy" pitchFamily="34" charset="-120"/>
              </a:rPr>
              <a:t>เสาร์ 7 พ.ย. 69</a:t>
            </a:r>
            <a:endParaRPr lang="en-US" sz="1950" dirty="0"/>
          </a:p>
        </p:txBody>
      </p:sp>
      <p:sp>
        <p:nvSpPr>
          <p:cNvPr id="21" name="Chip 10 ที่นั่ง"/>
          <p:cNvSpPr txBox="1"/>
          <p:nvPr/>
        </p:nvSpPr>
        <p:spPr>
          <a:xfrm>
            <a:off x="7770912" y="8943975"/>
            <a:ext cx="2135088" cy="619125"/>
          </a:xfrm>
          <a:prstGeom prst="roundRect">
            <a:avLst>
              <a:gd name="adj" fmla="val 50215"/>
            </a:avLst>
          </a:prstGeom>
          <a:solidFill>
            <a:srgbClr val="0F172A">
              <a:alpha val="55000"/>
            </a:srgbClr>
          </a:solidFill>
          <a:ln w="19050">
            <a:solidFill>
              <a:srgbClr val="FFFFFF">
                <a:alpha val="3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LINE Seed Sans TH" pitchFamily="34" charset="0"/>
                <a:ea typeface="LINE Seed Sans TH" pitchFamily="34" charset="-122"/>
                <a:cs typeface="LINE Seed Sans TH" pitchFamily="34" charset="-120"/>
              </a:rPr>
              <a:t>รับเพียง </a:t>
            </a:r>
            <a:pPr algn="ctr" indent="0" marL="0">
              <a:buNone/>
            </a:pPr>
            <a:r>
              <a:rPr lang="en-US" sz="1950" dirty="0">
                <a:solidFill>
                  <a:srgbClr val="FFD3BC"/>
                </a:solidFill>
                <a:latin typeface="LINE Seed Sans TH Heavy" pitchFamily="34" charset="0"/>
                <a:ea typeface="LINE Seed Sans TH Heavy" pitchFamily="34" charset="-122"/>
                <a:cs typeface="LINE Seed Sans TH Heavy" pitchFamily="34" charset="-120"/>
              </a:rPr>
              <a:t>10 ที่นั่ง</a:t>
            </a:r>
            <a:endParaRPr lang="en-US" sz="1950" dirty="0"/>
          </a:p>
        </p:txBody>
      </p:sp>
      <p:sp>
        <p:nvSpPr>
          <p:cNvPr id="22" name="Bar icon bg"/>
          <p:cNvSpPr/>
          <p:nvPr/>
        </p:nvSpPr>
        <p:spPr>
          <a:xfrm>
            <a:off x="571500" y="12020550"/>
            <a:ext cx="1047750" cy="55245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Bar bg"/>
          <p:cNvSpPr/>
          <p:nvPr/>
        </p:nvSpPr>
        <p:spPr>
          <a:xfrm>
            <a:off x="1619250" y="12020550"/>
            <a:ext cx="2177207" cy="552450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4" name="Bar สนใจ คอมเมนต์เลย"/>
          <p:cNvSpPr txBox="1"/>
          <p:nvPr/>
        </p:nvSpPr>
        <p:spPr>
          <a:xfrm>
            <a:off x="1790700" y="12049125"/>
            <a:ext cx="2081957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INE Seed Sans TH" pitchFamily="34" charset="0"/>
                <a:ea typeface="LINE Seed Sans TH" pitchFamily="34" charset="-122"/>
                <a:cs typeface="LINE Seed Sans TH" pitchFamily="34" charset="-120"/>
              </a:rPr>
              <a:t>สนใจ คอมเมนต์เลย</a:t>
            </a:r>
            <a:endParaRPr lang="en-US" sz="1800" dirty="0"/>
          </a:p>
        </p:txBody>
      </p:sp>
      <p:sp>
        <p:nvSpPr>
          <p:cNvPr id="25" name="Bar icon bg"/>
          <p:cNvSpPr/>
          <p:nvPr/>
        </p:nvSpPr>
        <p:spPr>
          <a:xfrm>
            <a:off x="3948857" y="12020550"/>
            <a:ext cx="1047750" cy="55245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6" name="Bar bg"/>
          <p:cNvSpPr/>
          <p:nvPr/>
        </p:nvSpPr>
        <p:spPr>
          <a:xfrm>
            <a:off x="4996607" y="12020550"/>
            <a:ext cx="1657201" cy="552450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7" name="Bar @togreater"/>
          <p:cNvSpPr txBox="1"/>
          <p:nvPr/>
        </p:nvSpPr>
        <p:spPr>
          <a:xfrm>
            <a:off x="5168057" y="12049125"/>
            <a:ext cx="1561951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INE Seed Sans TH" pitchFamily="34" charset="0"/>
                <a:ea typeface="LINE Seed Sans TH" pitchFamily="34" charset="-122"/>
                <a:cs typeface="LINE Seed Sans TH" pitchFamily="34" charset="-120"/>
              </a:rPr>
              <a:t>@togreater</a:t>
            </a:r>
            <a:endParaRPr lang="en-US" sz="1800" dirty="0"/>
          </a:p>
        </p:txBody>
      </p:sp>
      <p:sp>
        <p:nvSpPr>
          <p:cNvPr id="28" name="Bar icon bg"/>
          <p:cNvSpPr/>
          <p:nvPr/>
        </p:nvSpPr>
        <p:spPr>
          <a:xfrm>
            <a:off x="6806208" y="12020550"/>
            <a:ext cx="1047750" cy="55245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9" name="Bar bg"/>
          <p:cNvSpPr/>
          <p:nvPr/>
        </p:nvSpPr>
        <p:spPr>
          <a:xfrm>
            <a:off x="7853958" y="12020550"/>
            <a:ext cx="1960811" cy="552450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30" name="Bar 095-064-7272"/>
          <p:cNvSpPr txBox="1"/>
          <p:nvPr/>
        </p:nvSpPr>
        <p:spPr>
          <a:xfrm>
            <a:off x="8025408" y="12049125"/>
            <a:ext cx="1865561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INE Seed Sans TH" pitchFamily="34" charset="0"/>
                <a:ea typeface="LINE Seed Sans TH" pitchFamily="34" charset="-122"/>
                <a:cs typeface="LINE Seed Sans TH" pitchFamily="34" charset="-120"/>
              </a:rPr>
              <a:t>095-064-7272</a:t>
            </a:r>
            <a:endParaRPr lang="en-US" sz="1800" dirty="0"/>
          </a:p>
        </p:txBody>
      </p:sp>
      <p:pic>
        <p:nvPicPr>
          <p:cNvPr id="31" name="Icon comment" descr="/home/user/dsme-2026/poster/pptx-assets-v4/ib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" y="12134850"/>
            <a:ext cx="323850" cy="323850"/>
          </a:xfrm>
          <a:prstGeom prst="rect">
            <a:avLst/>
          </a:prstGeom>
        </p:spPr>
      </p:pic>
      <p:pic>
        <p:nvPicPr>
          <p:cNvPr id="32" name="Icon phone" descr="/home/user/dsme-2026/poster/pptx-assets-v4/ib3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2325" y="12144375"/>
            <a:ext cx="314325" cy="30480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3948857" y="12020550"/>
            <a:ext cx="10477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LINE Seed Sans TH Heavy" pitchFamily="34" charset="0"/>
                <a:ea typeface="LINE Seed Sans TH Heavy" pitchFamily="34" charset="-122"/>
                <a:cs typeface="LINE Seed Sans TH Heavy" pitchFamily="34" charset="-120"/>
              </a:rPr>
              <a:t>LINE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 Day AI ตัดคลิป v4</dc:title>
  <dc:subject>PptxGenJS Presentation</dc:subject>
  <dc:creator>PptxGenJS</dc:creator>
  <cp:lastModifiedBy>PptxGenJS</cp:lastModifiedBy>
  <cp:revision>1</cp:revision>
  <dcterms:created xsi:type="dcterms:W3CDTF">2026-10-13T13:25:09Z</dcterms:created>
  <dcterms:modified xsi:type="dcterms:W3CDTF">2026-10-13T13:25:09Z</dcterms:modified>
</cp:coreProperties>
</file>