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cat" descr="/home/user/dsme-2026/poster/pptx-assets-v2/logoc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6850"/>
            <a:ext cx="762000" cy="704850"/>
          </a:xfrm>
          <a:prstGeom prst="rect">
            <a:avLst/>
          </a:prstGeom>
        </p:spPr>
      </p:pic>
      <p:sp>
        <p:nvSpPr>
          <p:cNvPr id="3" name="Logo text"/>
          <p:cNvSpPr txBox="1"/>
          <p:nvPr/>
        </p:nvSpPr>
        <p:spPr>
          <a:xfrm>
            <a:off x="1827461" y="1428750"/>
            <a:ext cx="2980432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2563FF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To</a:t>
            </a:r>
            <a:pPr algn="l" indent="0" marL="0">
              <a:buNone/>
            </a:pPr>
            <a:r>
              <a:rPr lang="en-US" sz="3900" dirty="0">
                <a:solidFill>
                  <a:srgbClr val="0F172A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Greater</a:t>
            </a:r>
            <a:endParaRPr lang="en-US" sz="3900" dirty="0"/>
          </a:p>
        </p:txBody>
      </p:sp>
      <p:pic>
        <p:nvPicPr>
          <p:cNvPr id="4" name="chip" descr="/home/user/dsme-2026/poster/pptx-assets-v2/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25" y="1752600"/>
            <a:ext cx="1619250" cy="1009650"/>
          </a:xfrm>
          <a:prstGeom prst="rect">
            <a:avLst/>
          </a:prstGeom>
        </p:spPr>
      </p:pic>
      <p:pic>
        <p:nvPicPr>
          <p:cNvPr id="5" name="pill" descr="/home/user/dsme-2026/poster/pptx-assets-v2/pi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191000"/>
            <a:ext cx="1295400" cy="1162050"/>
          </a:xfrm>
          <a:prstGeom prst="rect">
            <a:avLst/>
          </a:prstGeom>
        </p:spPr>
      </p:pic>
      <p:pic>
        <p:nvPicPr>
          <p:cNvPr id="6" name="lines" descr="/home/user/dsme-2026/poster/pptx-assets-v2/lin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38600"/>
            <a:ext cx="971550" cy="971550"/>
          </a:xfrm>
          <a:prstGeom prst="rect">
            <a:avLst/>
          </a:prstGeom>
        </p:spPr>
      </p:pic>
      <p:pic>
        <p:nvPicPr>
          <p:cNvPr id="7" name="people" descr="/home/user/dsme-2026/poster/pptx-assets-v2/peo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2857500"/>
            <a:ext cx="4191000" cy="3924300"/>
          </a:xfrm>
          <a:prstGeom prst="rect">
            <a:avLst/>
          </a:prstGeom>
        </p:spPr>
      </p:pic>
      <p:pic>
        <p:nvPicPr>
          <p:cNvPr id="8" name="capcut" descr="/home/user/dsme-2026/poster/pptx-assets-v2/capc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775" y="2390775"/>
            <a:ext cx="1847850" cy="1847850"/>
          </a:xfrm>
          <a:prstGeom prst="rect">
            <a:avLst/>
          </a:prstGeom>
        </p:spPr>
      </p:pic>
      <p:pic>
        <p:nvPicPr>
          <p:cNvPr id="9" name="claude" descr="/home/user/dsme-2026/poster/pptx-assets-v2/clau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5775" y="1866900"/>
            <a:ext cx="2152650" cy="2152650"/>
          </a:xfrm>
          <a:prstGeom prst="rect">
            <a:avLst/>
          </a:prstGeom>
        </p:spPr>
      </p:pic>
      <p:sp>
        <p:nvSpPr>
          <p:cNvPr id="10" name="Label"/>
          <p:cNvSpPr txBox="1"/>
          <p:nvPr/>
        </p:nvSpPr>
        <p:spPr>
          <a:xfrm>
            <a:off x="7334250" y="6572250"/>
            <a:ext cx="2743200" cy="762000"/>
          </a:xfrm>
          <a:prstGeom prst="rect">
            <a:avLst/>
          </a:prstGeom>
          <a:solidFill>
            <a:srgbClr val="1E7BF0"/>
          </a:solidFill>
          <a:ln/>
          <a:effectLst>
            <a:outerShdw sx="100000" sy="100000" kx="0" ky="0" algn="bl" rotWithShape="0" blurRad="101600" dist="88900" dir="3000000">
              <a:srgbClr val="2563FF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คอร์สสด 1 วันจบ</a:t>
            </a:r>
            <a:endParaRPr lang="en-US" sz="2550" dirty="0"/>
          </a:p>
        </p:txBody>
      </p:sp>
      <p:pic>
        <p:nvPicPr>
          <p:cNvPr id="11" name="Toolbar" descr="/home/user/dsme-2026/poster/pptx-assets-v2/toolb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3275" y="7324725"/>
            <a:ext cx="3133725" cy="3333750"/>
          </a:xfrm>
          <a:prstGeom prst="rect">
            <a:avLst/>
          </a:prstGeom>
        </p:spPr>
      </p:pic>
      <p:pic>
        <p:nvPicPr>
          <p:cNvPr id="12" name="Selection box" descr="/home/user/dsme-2026/poster/pptx-assets-v2/se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5419725"/>
            <a:ext cx="6572250" cy="2343150"/>
          </a:xfrm>
          <a:prstGeom prst="rect">
            <a:avLst/>
          </a:prstGeom>
        </p:spPr>
      </p:pic>
      <p:sp>
        <p:nvSpPr>
          <p:cNvPr id="13" name="Headline blue"/>
          <p:cNvSpPr txBox="1"/>
          <p:nvPr/>
        </p:nvSpPr>
        <p:spPr>
          <a:xfrm rot="-150000">
            <a:off x="1123950" y="5638800"/>
            <a:ext cx="6257925" cy="1743075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101600" dir="5400000">
              <a:srgbClr val="1E7BF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50" dirty="0">
                <a:solidFill>
                  <a:srgbClr val="1E7BF0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AI ตัดคลิป</a:t>
            </a:r>
            <a:endParaRPr lang="en-US" sz="9450" dirty="0"/>
          </a:p>
        </p:txBody>
      </p:sp>
      <p:sp>
        <p:nvSpPr>
          <p:cNvPr id="14" name="Script 1 Day"/>
          <p:cNvSpPr txBox="1"/>
          <p:nvPr/>
        </p:nvSpPr>
        <p:spPr>
          <a:xfrm rot="-480000">
            <a:off x="952500" y="4476750"/>
            <a:ext cx="32099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0" b="1" dirty="0">
                <a:solidFill>
                  <a:srgbClr val="FF7A3D"/>
                </a:solidFill>
                <a:latin typeface="Charm" pitchFamily="34" charset="0"/>
                <a:ea typeface="Charm" pitchFamily="34" charset="-122"/>
                <a:cs typeface="Charm" pitchFamily="34" charset="-120"/>
              </a:rPr>
              <a:t>1 Day</a:t>
            </a:r>
            <a:endParaRPr lang="en-US" sz="9750" dirty="0"/>
          </a:p>
        </p:txBody>
      </p:sp>
      <p:sp>
        <p:nvSpPr>
          <p:cNvPr id="15" name="Headline orange"/>
          <p:cNvSpPr txBox="1"/>
          <p:nvPr/>
        </p:nvSpPr>
        <p:spPr>
          <a:xfrm>
            <a:off x="952500" y="7620000"/>
            <a:ext cx="7429500" cy="1095375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101600" dir="5400000">
              <a:srgbClr val="FF7A3D">
                <a:alpha val="2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ตัดต่อ พร้อมขาย</a:t>
            </a:r>
            <a:endParaRPr lang="en-US" sz="7200" dirty="0"/>
          </a:p>
        </p:txBody>
      </p:sp>
      <p:sp>
        <p:nvSpPr>
          <p:cNvPr id="16" name="Body"/>
          <p:cNvSpPr txBox="1"/>
          <p:nvPr/>
        </p:nvSpPr>
        <p:spPr>
          <a:xfrm>
            <a:off x="990600" y="895350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5B6475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ใช้ Claude ช่วยคิดสคริปต์ + CapCut ตัดต่อ</a:t>
            </a:r>
            <a:endParaRPr lang="en-US" sz="2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5B6475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ทำคลิปขายของได้เอง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ใช้ได้จริง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5B6475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 จบใน 1 วัน</a:t>
            </a:r>
            <a:endParaRPr lang="en-US" sz="2250" dirty="0"/>
          </a:p>
        </p:txBody>
      </p:sp>
      <p:sp>
        <p:nvSpPr>
          <p:cNvPr id="17" name="Circle highlight"/>
          <p:cNvSpPr/>
          <p:nvPr/>
        </p:nvSpPr>
        <p:spPr>
          <a:xfrm rot="-180000">
            <a:off x="3358753" y="9334500"/>
            <a:ext cx="1248221" cy="504825"/>
          </a:xfrm>
          <a:prstGeom prst="ellipse">
            <a:avLst/>
          </a:prstGeom>
          <a:ln w="28575">
            <a:solidFill>
              <a:srgbClr val="FF7A3D"/>
            </a:solidFill>
            <a:prstDash val="solid"/>
          </a:ln>
        </p:spPr>
      </p:sp>
      <p:pic>
        <p:nvPicPr>
          <p:cNvPr id="18" name="tile1" descr="/home/user/dsme-2026/poster/pptx-assets-v2/tile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10315575"/>
            <a:ext cx="1047750" cy="1057275"/>
          </a:xfrm>
          <a:prstGeom prst="rect">
            <a:avLst/>
          </a:prstGeom>
        </p:spPr>
      </p:pic>
      <p:pic>
        <p:nvPicPr>
          <p:cNvPr id="19" name="tile2" descr="/home/user/dsme-2026/poster/pptx-assets-v2/tile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0" y="10315575"/>
            <a:ext cx="1057275" cy="1057275"/>
          </a:xfrm>
          <a:prstGeom prst="rect">
            <a:avLst/>
          </a:prstGeom>
        </p:spPr>
      </p:pic>
      <p:pic>
        <p:nvPicPr>
          <p:cNvPr id="20" name="tile3" descr="/home/user/dsme-2026/poster/pptx-assets-v2/tile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81675" y="10315575"/>
            <a:ext cx="1057275" cy="1057275"/>
          </a:xfrm>
          <a:prstGeom prst="rect">
            <a:avLst/>
          </a:prstGeom>
        </p:spPr>
      </p:pic>
      <p:sp>
        <p:nvSpPr>
          <p:cNvPr id="21" name="Info วันเรียน"/>
          <p:cNvSpPr txBox="1"/>
          <p:nvPr/>
        </p:nvSpPr>
        <p:spPr>
          <a:xfrm>
            <a:off x="1695450" y="10525125"/>
            <a:ext cx="238258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A8496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วันเรียน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เสาร์ 7 พ.ย. 69</a:t>
            </a:r>
            <a:endParaRPr lang="en-US" sz="1800" dirty="0"/>
          </a:p>
        </p:txBody>
      </p:sp>
      <p:sp>
        <p:nvSpPr>
          <p:cNvPr id="22" name="Info รับเพียง"/>
          <p:cNvSpPr txBox="1"/>
          <p:nvPr/>
        </p:nvSpPr>
        <p:spPr>
          <a:xfrm>
            <a:off x="4706689" y="10525125"/>
            <a:ext cx="144333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A8496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รับเพียง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10 ที่นั่ง</a:t>
            </a:r>
            <a:endParaRPr lang="en-US" sz="1800" dirty="0"/>
          </a:p>
        </p:txBody>
      </p:sp>
      <p:sp>
        <p:nvSpPr>
          <p:cNvPr id="23" name="Info ราคารอบแรก"/>
          <p:cNvSpPr txBox="1"/>
          <p:nvPr/>
        </p:nvSpPr>
        <p:spPr>
          <a:xfrm>
            <a:off x="6778675" y="10382250"/>
            <a:ext cx="1714946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A8496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ราคารอบแรก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6,990.-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strike="sngStrike" dirty="0">
                <a:solidFill>
                  <a:srgbClr val="7A8496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ราคาเต็ม 8,500</a:t>
            </a:r>
            <a:endParaRPr lang="en-US" sz="1800" dirty="0"/>
          </a:p>
        </p:txBody>
      </p:sp>
      <p:sp>
        <p:nvSpPr>
          <p:cNvPr id="24" name="CTA"/>
          <p:cNvSpPr txBox="1"/>
          <p:nvPr/>
        </p:nvSpPr>
        <p:spPr>
          <a:xfrm>
            <a:off x="914400" y="11601450"/>
            <a:ext cx="3400425" cy="895350"/>
          </a:xfrm>
          <a:prstGeom prst="roundRect">
            <a:avLst>
              <a:gd name="adj" fmla="val 50043"/>
            </a:avLst>
          </a:prstGeom>
          <a:solidFill>
            <a:srgbClr val="1E7BF0"/>
          </a:solidFill>
          <a:ln/>
          <a:effectLst>
            <a:outerShdw sx="100000" sy="100000" kx="0" ky="0" algn="bl" rotWithShape="0" blurRad="254000" dist="127000" dir="5400000">
              <a:srgbClr val="1E7BF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สนใจ คอมเมนต์เลย</a:t>
            </a:r>
            <a:endParaRPr lang="en-US" sz="2550" dirty="0"/>
          </a:p>
        </p:txBody>
      </p:sp>
      <p:pic>
        <p:nvPicPr>
          <p:cNvPr id="25" name="Swirl" descr="/home/user/dsme-2026/poster/pptx-assets-v2/swir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8650" y="11391900"/>
            <a:ext cx="1981200" cy="1219200"/>
          </a:xfrm>
          <a:prstGeom prst="rect">
            <a:avLst/>
          </a:prstGeom>
        </p:spPr>
      </p:pic>
      <p:sp>
        <p:nvSpPr>
          <p:cNvPr id="26" name="Contact"/>
          <p:cNvSpPr txBox="1"/>
          <p:nvPr/>
        </p:nvSpPr>
        <p:spPr>
          <a:xfrm>
            <a:off x="5709196" y="11525250"/>
            <a:ext cx="3815804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dirty="0">
                <a:solidFill>
                  <a:srgbClr val="1E7BF0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LINE </a:t>
            </a:r>
            <a:pPr algn="r" indent="0" marL="0">
              <a:buNone/>
            </a:pPr>
            <a:r>
              <a:rPr lang="en-US" sz="2700" dirty="0">
                <a:solidFill>
                  <a:srgbClr val="FF7A3D"/>
                </a:solidFill>
                <a:latin typeface="LINE Seed Sans TH Heavy" pitchFamily="34" charset="0"/>
                <a:ea typeface="LINE Seed Sans TH Heavy" pitchFamily="34" charset="-122"/>
                <a:cs typeface="LINE Seed Sans TH Heavy" pitchFamily="34" charset="-120"/>
              </a:rPr>
              <a:t>@togreater</a:t>
            </a:r>
            <a:endParaRPr lang="en-US" sz="2700" dirty="0"/>
          </a:p>
          <a:p>
            <a:pPr algn="r" indent="0" marL="0">
              <a:buNone/>
            </a:pPr>
            <a:r>
              <a:rPr lang="en-US" sz="1950" dirty="0">
                <a:solidFill>
                  <a:srgbClr val="5B6475"/>
                </a:solidFill>
                <a:latin typeface="LINE Seed Sans TH" pitchFamily="34" charset="0"/>
                <a:ea typeface="LINE Seed Sans TH" pitchFamily="34" charset="-122"/>
                <a:cs typeface="LINE Seed Sans TH" pitchFamily="34" charset="-120"/>
              </a:rPr>
              <a:t>โทร 095-064-7272 (คุณเกรท)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Day AI ตัดคลิป v2</dc:title>
  <dc:subject>PptxGenJS Presentation</dc:subject>
  <dc:creator>PptxGenJS</dc:creator>
  <cp:lastModifiedBy>PptxGenJS</cp:lastModifiedBy>
  <cp:revision>1</cp:revision>
  <dcterms:created xsi:type="dcterms:W3CDTF">2026-10-13T11:42:29Z</dcterms:created>
  <dcterms:modified xsi:type="dcterms:W3CDTF">2026-10-13T11:42:29Z</dcterms:modified>
</cp:coreProperties>
</file>