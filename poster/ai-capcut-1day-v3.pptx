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ur icon left" descr="/home/user/dsme-2026/poster/pptx-assets-v3/blur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29125"/>
            <a:ext cx="2047875" cy="3238500"/>
          </a:xfrm>
          <a:prstGeom prst="rect">
            <a:avLst/>
          </a:prstGeom>
        </p:spPr>
      </p:pic>
      <p:sp>
        <p:nvSpPr>
          <p:cNvPr id="3" name="Top tab"/>
          <p:cNvSpPr/>
          <p:nvPr/>
        </p:nvSpPr>
        <p:spPr>
          <a:xfrm>
            <a:off x="3333750" y="-285750"/>
            <a:ext cx="3619500" cy="1066800"/>
          </a:xfrm>
          <a:prstGeom prst="roundRect">
            <a:avLst>
              <a:gd name="adj" fmla="val 25714"/>
            </a:avLst>
          </a:prstGeom>
          <a:solidFill>
            <a:srgbClr val="FFFFFF">
              <a:alpha val="20000"/>
            </a:srgbClr>
          </a:solidFill>
          <a:ln w="19050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0" dist="127000" dir="5400000">
              <a:srgbClr val="050A28">
                <a:alpha val="35000"/>
              </a:srgbClr>
            </a:outerShdw>
          </a:effectLst>
        </p:spPr>
      </p:sp>
      <p:pic>
        <p:nvPicPr>
          <p:cNvPr id="4" name="Logo cat" descr="/home/user/dsme-2026/poster/pptx-assets-v3/logoc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675" y="114300"/>
            <a:ext cx="542925" cy="495300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4547890" y="66675"/>
            <a:ext cx="2049512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ToGreater</a:t>
            </a:r>
            <a:endParaRPr lang="en-US" sz="2700" dirty="0"/>
          </a:p>
        </p:txBody>
      </p:sp>
      <p:sp>
        <p:nvSpPr>
          <p:cNvPr id="6" name="Eyebrow"/>
          <p:cNvSpPr txBox="1"/>
          <p:nvPr/>
        </p:nvSpPr>
        <p:spPr>
          <a:xfrm>
            <a:off x="3602534" y="1123950"/>
            <a:ext cx="3081933" cy="7239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คอร์สสด 1 วันจบ</a:t>
            </a:r>
            <a:endParaRPr lang="en-US" sz="2550" dirty="0"/>
          </a:p>
        </p:txBody>
      </p:sp>
      <p:sp>
        <p:nvSpPr>
          <p:cNvPr id="7" name="Headline AI"/>
          <p:cNvSpPr txBox="1"/>
          <p:nvPr/>
        </p:nvSpPr>
        <p:spPr>
          <a:xfrm>
            <a:off x="904875" y="1771650"/>
            <a:ext cx="5613946" cy="1491555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101600" dir="5400000">
              <a:srgbClr val="0A145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AI ตัดคลิป</a:t>
            </a:r>
            <a:endParaRPr lang="en-US" sz="8700" dirty="0"/>
          </a:p>
        </p:txBody>
      </p:sp>
      <p:sp>
        <p:nvSpPr>
          <p:cNvPr id="8" name="1 Day pill"/>
          <p:cNvSpPr/>
          <p:nvPr/>
        </p:nvSpPr>
        <p:spPr>
          <a:xfrm>
            <a:off x="7334250" y="2190750"/>
            <a:ext cx="2292846" cy="1152525"/>
          </a:xfrm>
          <a:prstGeom prst="roundRect">
            <a:avLst>
              <a:gd name="adj" fmla="val 19835"/>
            </a:avLst>
          </a:prstGeom>
          <a:solidFill>
            <a:srgbClr val="FFFFFF">
              <a:alpha val="20000"/>
            </a:srgbClr>
          </a:solidFill>
          <a:ln w="19050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0" dist="127000" dir="5400000">
              <a:srgbClr val="050A28">
                <a:alpha val="35000"/>
              </a:srgbClr>
            </a:outerShdw>
          </a:effectLst>
        </p:spPr>
      </p:sp>
      <p:sp>
        <p:nvSpPr>
          <p:cNvPr id="9" name="1 Day text"/>
          <p:cNvSpPr txBox="1"/>
          <p:nvPr/>
        </p:nvSpPr>
        <p:spPr>
          <a:xfrm>
            <a:off x="7334250" y="2190750"/>
            <a:ext cx="2292846" cy="1152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1 Day</a:t>
            </a:r>
            <a:endParaRPr lang="en-US" sz="4800" dirty="0"/>
          </a:p>
        </p:txBody>
      </p:sp>
      <p:sp>
        <p:nvSpPr>
          <p:cNvPr id="10" name="Edit pill"/>
          <p:cNvSpPr/>
          <p:nvPr/>
        </p:nvSpPr>
        <p:spPr>
          <a:xfrm>
            <a:off x="857250" y="3619500"/>
            <a:ext cx="3782318" cy="1076325"/>
          </a:xfrm>
          <a:prstGeom prst="roundRect">
            <a:avLst>
              <a:gd name="adj" fmla="val 21239"/>
            </a:avLst>
          </a:prstGeom>
          <a:solidFill>
            <a:srgbClr val="FFFFFF">
              <a:alpha val="20000"/>
            </a:srgbClr>
          </a:solidFill>
          <a:ln w="19050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0" dist="127000" dir="5400000">
              <a:srgbClr val="050A28">
                <a:alpha val="35000"/>
              </a:srgbClr>
            </a:outerShdw>
          </a:effectLst>
        </p:spPr>
      </p:sp>
      <p:sp>
        <p:nvSpPr>
          <p:cNvPr id="11" name="Edit text"/>
          <p:cNvSpPr txBox="1"/>
          <p:nvPr/>
        </p:nvSpPr>
        <p:spPr>
          <a:xfrm>
            <a:off x="857250" y="3619500"/>
            <a:ext cx="3782318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ทำคลิป ตัดต่อ</a:t>
            </a:r>
            <a:endParaRPr lang="en-US" sz="4200" dirty="0"/>
          </a:p>
        </p:txBody>
      </p:sp>
      <p:sp>
        <p:nvSpPr>
          <p:cNvPr id="12" name="Headline sell"/>
          <p:cNvSpPr txBox="1"/>
          <p:nvPr/>
        </p:nvSpPr>
        <p:spPr>
          <a:xfrm>
            <a:off x="4953000" y="3219450"/>
            <a:ext cx="5410646" cy="1491555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101600" dir="5400000">
              <a:srgbClr val="FF7A3D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>
                <a:solidFill>
                  <a:srgbClr val="FF9A60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พร้อมขาย</a:t>
            </a:r>
            <a:endParaRPr lang="en-US" sz="8700" dirty="0"/>
          </a:p>
        </p:txBody>
      </p:sp>
      <p:sp>
        <p:nvSpPr>
          <p:cNvPr id="13" name="Card"/>
          <p:cNvSpPr/>
          <p:nvPr/>
        </p:nvSpPr>
        <p:spPr>
          <a:xfrm>
            <a:off x="762000" y="6096000"/>
            <a:ext cx="8763000" cy="3810000"/>
          </a:xfrm>
          <a:prstGeom prst="roundRect">
            <a:avLst>
              <a:gd name="adj" fmla="val 7680"/>
            </a:avLst>
          </a:prstGeom>
          <a:solidFill>
            <a:srgbClr val="8FA8FF">
              <a:alpha val="35000"/>
            </a:srgbClr>
          </a:solidFill>
          <a:ln w="28575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508000" dist="254000" dir="5400000">
              <a:srgbClr val="050A28">
                <a:alpha val="45000"/>
              </a:srgbClr>
            </a:outerShdw>
          </a:effectLst>
        </p:spPr>
      </p:sp>
      <p:pic>
        <p:nvPicPr>
          <p:cNvPr id="14" name="Instructors" descr="/home/user/dsme-2026/poster/pptx-assets-v3/peo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5229225"/>
            <a:ext cx="5143500" cy="4676775"/>
          </a:xfrm>
          <a:prstGeom prst="rect">
            <a:avLst/>
          </a:prstGeom>
        </p:spPr>
      </p:pic>
      <p:pic>
        <p:nvPicPr>
          <p:cNvPr id="15" name="Icon CapCut" descr="/home/user/dsme-2026/poster/pptx-assets-v3/iconShar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1950" y="4362450"/>
            <a:ext cx="2305050" cy="2381250"/>
          </a:xfrm>
          <a:prstGeom prst="rect">
            <a:avLst/>
          </a:prstGeom>
        </p:spPr>
      </p:pic>
      <p:sp>
        <p:nvSpPr>
          <p:cNvPr id="16" name="Price label pill"/>
          <p:cNvSpPr/>
          <p:nvPr/>
        </p:nvSpPr>
        <p:spPr>
          <a:xfrm>
            <a:off x="1123950" y="7000875"/>
            <a:ext cx="1943249" cy="590550"/>
          </a:xfrm>
          <a:prstGeom prst="roundRect">
            <a:avLst>
              <a:gd name="adj" fmla="val 49548"/>
            </a:avLst>
          </a:prstGeom>
          <a:solidFill>
            <a:srgbClr val="FFFFFF">
              <a:alpha val="20000"/>
            </a:srgbClr>
          </a:solidFill>
          <a:ln w="19050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0" dist="127000" dir="5400000">
              <a:srgbClr val="050A28">
                <a:alpha val="35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1123950" y="7000875"/>
            <a:ext cx="194324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ราคารอบแรก</a:t>
            </a:r>
            <a:endParaRPr lang="en-US" sz="2100" dirty="0"/>
          </a:p>
        </p:txBody>
      </p:sp>
      <p:sp>
        <p:nvSpPr>
          <p:cNvPr id="18" name="Price"/>
          <p:cNvSpPr txBox="1"/>
          <p:nvPr/>
        </p:nvSpPr>
        <p:spPr>
          <a:xfrm>
            <a:off x="1066800" y="7524750"/>
            <a:ext cx="3756720" cy="141729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101600" dir="5400000">
              <a:srgbClr val="0A145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6,990</a:t>
            </a:r>
            <a:endParaRPr lang="en-US" sz="9300" dirty="0"/>
          </a:p>
        </p:txBody>
      </p:sp>
      <p:sp>
        <p:nvSpPr>
          <p:cNvPr id="19" name="Price note"/>
          <p:cNvSpPr txBox="1"/>
          <p:nvPr/>
        </p:nvSpPr>
        <p:spPr>
          <a:xfrm>
            <a:off x="1123950" y="9191625"/>
            <a:ext cx="3604320" cy="590550"/>
          </a:xfrm>
          <a:prstGeom prst="roundRect">
            <a:avLst>
              <a:gd name="adj" fmla="val 49548"/>
            </a:avLst>
          </a:prstGeom>
          <a:solidFill>
            <a:srgbClr val="0F172A">
              <a:alpha val="55000"/>
            </a:srgbClr>
          </a:solidFill>
          <a:ln w="19050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บาท/ท่าน · </a:t>
            </a:r>
            <a:pPr algn="ctr" indent="0" marL="0">
              <a:buNone/>
            </a:pPr>
            <a:r>
              <a:rPr lang="en-US" sz="2100" b="1" strike="sngStrike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ราคาเต็ม 8,500</a:t>
            </a:r>
            <a:endParaRPr lang="en-US" sz="2100" dirty="0"/>
          </a:p>
        </p:txBody>
      </p:sp>
      <p:sp>
        <p:nvSpPr>
          <p:cNvPr id="20" name="Seat badge"/>
          <p:cNvSpPr/>
          <p:nvPr/>
        </p:nvSpPr>
        <p:spPr>
          <a:xfrm rot="480000">
            <a:off x="8001000" y="8334375"/>
            <a:ext cx="1524000" cy="1524000"/>
          </a:xfrm>
          <a:prstGeom prst="ellipse">
            <a:avLst/>
          </a:prstGeom>
          <a:solidFill>
            <a:srgbClr val="FF7A3D"/>
          </a:solidFill>
          <a:ln w="5715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52400" dir="5400000">
              <a:srgbClr val="050A28">
                <a:alpha val="45000"/>
              </a:srgbClr>
            </a:outerShdw>
          </a:effectLst>
        </p:spPr>
      </p:sp>
      <p:sp>
        <p:nvSpPr>
          <p:cNvPr id="21" name="Seat text"/>
          <p:cNvSpPr txBox="1"/>
          <p:nvPr/>
        </p:nvSpPr>
        <p:spPr>
          <a:xfrm rot="480000">
            <a:off x="8001000" y="8334375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รับเพียง</a:t>
            </a:r>
            <a:endParaRPr lang="en-US" sz="16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495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10</a:t>
            </a:r>
            <a:endParaRPr lang="en-US" sz="16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ที่นั่ง</a:t>
            </a:r>
            <a:endParaRPr lang="en-US" sz="1650" dirty="0"/>
          </a:p>
        </p:txBody>
      </p:sp>
      <p:sp>
        <p:nvSpPr>
          <p:cNvPr id="22" name="Info เสาร์ 7 พ.ย. 2026"/>
          <p:cNvSpPr/>
          <p:nvPr/>
        </p:nvSpPr>
        <p:spPr>
          <a:xfrm>
            <a:off x="552450" y="10420350"/>
            <a:ext cx="2642592" cy="657225"/>
          </a:xfrm>
          <a:prstGeom prst="roundRect">
            <a:avLst>
              <a:gd name="adj" fmla="val 50087"/>
            </a:avLst>
          </a:prstGeom>
          <a:solidFill>
            <a:srgbClr val="FFFFFF">
              <a:alpha val="20000"/>
            </a:srgbClr>
          </a:solidFill>
          <a:ln w="19050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0" dist="127000" dir="5400000">
              <a:srgbClr val="050A28">
                <a:alpha val="35000"/>
              </a:srgbClr>
            </a:outerShdw>
          </a:effectLst>
        </p:spPr>
      </p:sp>
      <p:pic>
        <p:nvPicPr>
          <p:cNvPr id="23" name="Icon เสาร์ 7 พ.ย. 2026" descr="/home/user/dsme-2026/poster/pptx-assets-v3/ic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0582275"/>
            <a:ext cx="323850" cy="33337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81100" y="10572750"/>
            <a:ext cx="193774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เสาร์ 7 พ.ย. 2026</a:t>
            </a:r>
            <a:endParaRPr lang="en-US" sz="1950" dirty="0"/>
          </a:p>
        </p:txBody>
      </p:sp>
      <p:sp>
        <p:nvSpPr>
          <p:cNvPr id="25" name="Info CapCut × Claude"/>
          <p:cNvSpPr/>
          <p:nvPr/>
        </p:nvSpPr>
        <p:spPr>
          <a:xfrm>
            <a:off x="3619500" y="10420350"/>
            <a:ext cx="2892475" cy="657225"/>
          </a:xfrm>
          <a:prstGeom prst="roundRect">
            <a:avLst>
              <a:gd name="adj" fmla="val 50087"/>
            </a:avLst>
          </a:prstGeom>
          <a:solidFill>
            <a:srgbClr val="FFFFFF">
              <a:alpha val="20000"/>
            </a:srgbClr>
          </a:solidFill>
          <a:ln w="19050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0" dist="127000" dir="5400000">
              <a:srgbClr val="050A28">
                <a:alpha val="35000"/>
              </a:srgbClr>
            </a:outerShdw>
          </a:effectLst>
        </p:spPr>
      </p:sp>
      <p:pic>
        <p:nvPicPr>
          <p:cNvPr id="26" name="Icon CapCut × Claude" descr="/home/user/dsme-2026/poster/pptx-assets-v3/ic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9050" y="10582275"/>
            <a:ext cx="323850" cy="33337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248150" y="10572750"/>
            <a:ext cx="21876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CapCut × Claude</a:t>
            </a:r>
            <a:endParaRPr lang="en-US" sz="1950" dirty="0"/>
          </a:p>
        </p:txBody>
      </p:sp>
      <p:sp>
        <p:nvSpPr>
          <p:cNvPr id="28" name="Info LINE @togreater"/>
          <p:cNvSpPr/>
          <p:nvPr/>
        </p:nvSpPr>
        <p:spPr>
          <a:xfrm>
            <a:off x="6858000" y="10420350"/>
            <a:ext cx="2815530" cy="657225"/>
          </a:xfrm>
          <a:prstGeom prst="roundRect">
            <a:avLst>
              <a:gd name="adj" fmla="val 50087"/>
            </a:avLst>
          </a:prstGeom>
          <a:solidFill>
            <a:srgbClr val="FFFFFF">
              <a:alpha val="20000"/>
            </a:srgbClr>
          </a:solidFill>
          <a:ln w="19050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0" dist="127000" dir="5400000">
              <a:srgbClr val="050A28">
                <a:alpha val="35000"/>
              </a:srgbClr>
            </a:outerShdw>
          </a:effectLst>
        </p:spPr>
      </p:sp>
      <p:pic>
        <p:nvPicPr>
          <p:cNvPr id="29" name="Icon LINE @togreater" descr="/home/user/dsme-2026/poster/pptx-assets-v3/ic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7550" y="10582275"/>
            <a:ext cx="323850" cy="33337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486650" y="10572750"/>
            <a:ext cx="211068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LINE @togreater</a:t>
            </a:r>
            <a:endParaRPr lang="en-US" sz="1950" dirty="0"/>
          </a:p>
        </p:txBody>
      </p:sp>
      <p:sp>
        <p:nvSpPr>
          <p:cNvPr id="31" name="CTA pill"/>
          <p:cNvSpPr/>
          <p:nvPr/>
        </p:nvSpPr>
        <p:spPr>
          <a:xfrm>
            <a:off x="3250555" y="11477625"/>
            <a:ext cx="3785890" cy="838200"/>
          </a:xfrm>
          <a:prstGeom prst="roundRect">
            <a:avLst>
              <a:gd name="adj" fmla="val 49091"/>
            </a:avLst>
          </a:prstGeom>
          <a:solidFill>
            <a:srgbClr val="FFFFFF">
              <a:alpha val="20000"/>
            </a:srgbClr>
          </a:solidFill>
          <a:ln w="19050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0" dist="127000" dir="5400000">
              <a:srgbClr val="050A28">
                <a:alpha val="35000"/>
              </a:srgbClr>
            </a:outerShdw>
          </a:effectLst>
        </p:spPr>
      </p:sp>
      <p:sp>
        <p:nvSpPr>
          <p:cNvPr id="32" name="CTA label"/>
          <p:cNvSpPr txBox="1"/>
          <p:nvPr/>
        </p:nvSpPr>
        <p:spPr>
          <a:xfrm>
            <a:off x="3364855" y="11591925"/>
            <a:ext cx="1040309" cy="609600"/>
          </a:xfrm>
          <a:prstGeom prst="roundRect">
            <a:avLst>
              <a:gd name="adj" fmla="val 49500"/>
            </a:avLst>
          </a:prstGeom>
          <a:solidFill>
            <a:srgbClr val="2430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สนใจ</a:t>
            </a:r>
            <a:endParaRPr lang="en-US" sz="2100" dirty="0"/>
          </a:p>
        </p:txBody>
      </p:sp>
      <p:sp>
        <p:nvSpPr>
          <p:cNvPr id="33" name="CTA text"/>
          <p:cNvSpPr txBox="1"/>
          <p:nvPr/>
        </p:nvSpPr>
        <p:spPr>
          <a:xfrm>
            <a:off x="4538514" y="11596688"/>
            <a:ext cx="236458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คอมเมนต์เลย</a:t>
            </a:r>
            <a:endParaRPr lang="en-US" sz="2700" dirty="0"/>
          </a:p>
        </p:txBody>
      </p:sp>
      <p:pic>
        <p:nvPicPr>
          <p:cNvPr id="34" name="Blur icon right" descr="/home/user/dsme-2026/poster/pptx-assets-v3/blur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3350" y="10896600"/>
            <a:ext cx="2533650" cy="1962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Day AI ตัดคลิป v3</dc:title>
  <dc:subject>PptxGenJS Presentation</dc:subject>
  <dc:creator>PptxGenJS</dc:creator>
  <cp:lastModifiedBy>PptxGenJS</cp:lastModifiedBy>
  <cp:revision>1</cp:revision>
  <dcterms:created xsi:type="dcterms:W3CDTF">2026-10-13T11:56:55Z</dcterms:created>
  <dcterms:modified xsi:type="dcterms:W3CDTF">2026-10-13T11:56:55Z</dcterms:modified>
</cp:coreProperties>
</file>