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"/>
          <p:cNvSpPr/>
          <p:nvPr/>
        </p:nvSpPr>
        <p:spPr>
          <a:xfrm rot="-720000">
            <a:off x="-285750" y="285750"/>
            <a:ext cx="4000500" cy="1390650"/>
          </a:xfrm>
          <a:prstGeom prst="roundRect">
            <a:avLst>
              <a:gd name="adj" fmla="val 11836"/>
            </a:avLst>
          </a:prstGeom>
          <a:solidFill>
            <a:srgbClr val="0B1020"/>
          </a:solidFill>
          <a:ln w="19050">
            <a:solidFill>
              <a:srgbClr val="2A3350"/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-720000">
            <a:off x="-175913" y="757090"/>
            <a:ext cx="1428750" cy="285750"/>
          </a:xfrm>
          <a:prstGeom prst="roundRect">
            <a:avLst>
              <a:gd name="adj" fmla="val 19200"/>
            </a:avLst>
          </a:prstGeom>
          <a:solidFill>
            <a:srgbClr val="2563FF"/>
          </a:solidFill>
          <a:ln/>
        </p:spPr>
      </p:sp>
      <p:sp>
        <p:nvSpPr>
          <p:cNvPr id="4" name="Shape 2"/>
          <p:cNvSpPr/>
          <p:nvPr/>
        </p:nvSpPr>
        <p:spPr>
          <a:xfrm rot="-720000">
            <a:off x="1283761" y="507564"/>
            <a:ext cx="857250" cy="285750"/>
          </a:xfrm>
          <a:prstGeom prst="roundRect">
            <a:avLst>
              <a:gd name="adj" fmla="val 19200"/>
            </a:avLst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 rot="-720000">
            <a:off x="2174016" y="277843"/>
            <a:ext cx="1238250" cy="285750"/>
          </a:xfrm>
          <a:prstGeom prst="roundRect">
            <a:avLst>
              <a:gd name="adj" fmla="val 19200"/>
            </a:avLst>
          </a:prstGeom>
          <a:solidFill>
            <a:srgbClr val="2563FF"/>
          </a:solidFill>
          <a:ln/>
        </p:spPr>
      </p:sp>
      <p:sp>
        <p:nvSpPr>
          <p:cNvPr id="6" name="Shape 4"/>
          <p:cNvSpPr/>
          <p:nvPr/>
        </p:nvSpPr>
        <p:spPr>
          <a:xfrm rot="-720000">
            <a:off x="-76491" y="1264879"/>
            <a:ext cx="666750" cy="285750"/>
          </a:xfrm>
          <a:prstGeom prst="roundRect">
            <a:avLst>
              <a:gd name="adj" fmla="val 19200"/>
            </a:avLst>
          </a:prstGeom>
          <a:solidFill>
            <a:srgbClr val="FF7A3D"/>
          </a:solidFill>
          <a:ln/>
        </p:spPr>
      </p:sp>
      <p:sp>
        <p:nvSpPr>
          <p:cNvPr id="7" name="Shape 5"/>
          <p:cNvSpPr/>
          <p:nvPr/>
        </p:nvSpPr>
        <p:spPr>
          <a:xfrm rot="-720000">
            <a:off x="620142" y="1005452"/>
            <a:ext cx="1714500" cy="285750"/>
          </a:xfrm>
          <a:prstGeom prst="roundRect">
            <a:avLst>
              <a:gd name="adj" fmla="val 19200"/>
            </a:avLst>
          </a:prstGeom>
          <a:solidFill>
            <a:srgbClr val="FF8A4C"/>
          </a:solidFill>
          <a:ln/>
        </p:spPr>
      </p:sp>
      <p:sp>
        <p:nvSpPr>
          <p:cNvPr id="8" name="Shape 6"/>
          <p:cNvSpPr/>
          <p:nvPr/>
        </p:nvSpPr>
        <p:spPr>
          <a:xfrm rot="-720000">
            <a:off x="2361403" y="716320"/>
            <a:ext cx="952500" cy="285750"/>
          </a:xfrm>
          <a:prstGeom prst="roundRect">
            <a:avLst>
              <a:gd name="adj" fmla="val 19200"/>
            </a:avLst>
          </a:prstGeom>
          <a:solidFill>
            <a:srgbClr val="FF7A3D"/>
          </a:solidFill>
          <a:ln/>
        </p:spPr>
      </p:sp>
      <p:sp>
        <p:nvSpPr>
          <p:cNvPr id="9" name="Shape 7"/>
          <p:cNvSpPr/>
          <p:nvPr/>
        </p:nvSpPr>
        <p:spPr>
          <a:xfrm rot="-720000">
            <a:off x="-29539" y="1387748"/>
            <a:ext cx="3619500" cy="171450"/>
          </a:xfrm>
          <a:prstGeom prst="roundRect">
            <a:avLst>
              <a:gd name="adj" fmla="val 32000"/>
            </a:avLst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 rot="-720000">
            <a:off x="1714188" y="339929"/>
            <a:ext cx="28575" cy="12763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Cat laptop" descr="/home/user/dsme-2026/poster/pptx-assets/cat-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7934325" y="123825"/>
            <a:ext cx="2324100" cy="2371725"/>
          </a:xfrm>
          <a:prstGeom prst="rect">
            <a:avLst/>
          </a:prstGeom>
        </p:spPr>
      </p:pic>
      <p:sp>
        <p:nvSpPr>
          <p:cNvPr id="12" name="Logo bg"/>
          <p:cNvSpPr/>
          <p:nvPr/>
        </p:nvSpPr>
        <p:spPr>
          <a:xfrm rot="-180000">
            <a:off x="5143500" y="476250"/>
            <a:ext cx="1143000" cy="981075"/>
          </a:xfrm>
          <a:prstGeom prst="roundRect">
            <a:avLst>
              <a:gd name="adj" fmla="val 23301"/>
            </a:avLst>
          </a:prstGeom>
          <a:solidFill>
            <a:srgbClr val="0B1020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3" name="Logo" descr="/home/user/dsme-2026/poster/assets/logo-togrea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5343650" y="619122"/>
            <a:ext cx="742950" cy="700088"/>
          </a:xfrm>
          <a:prstGeom prst="rect">
            <a:avLst/>
          </a:prstGeom>
        </p:spPr>
      </p:pic>
      <p:sp>
        <p:nvSpPr>
          <p:cNvPr id="14" name="Label course"/>
          <p:cNvSpPr txBox="1"/>
          <p:nvPr/>
        </p:nvSpPr>
        <p:spPr>
          <a:xfrm rot="-120000">
            <a:off x="3143250" y="2152650"/>
            <a:ext cx="2381250" cy="533400"/>
          </a:xfrm>
          <a:prstGeom prst="rect">
            <a:avLst/>
          </a:prstGeom>
          <a:solidFill>
            <a:srgbClr val="0B1020"/>
          </a:solidFill>
          <a:ln w="19050">
            <a:solidFill>
              <a:srgbClr val="3A415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คอร์สสด 1 วันจบ</a:t>
            </a:r>
            <a:endParaRPr lang="en-US" sz="2100" dirty="0"/>
          </a:p>
        </p:txBody>
      </p:sp>
      <p:sp>
        <p:nvSpPr>
          <p:cNvPr id="15" name="Toggle"/>
          <p:cNvSpPr/>
          <p:nvPr/>
        </p:nvSpPr>
        <p:spPr>
          <a:xfrm rot="-360000">
            <a:off x="7334250" y="2857500"/>
            <a:ext cx="1905000" cy="914400"/>
          </a:xfrm>
          <a:prstGeom prst="roundRect">
            <a:avLst>
              <a:gd name="adj" fmla="val 50000"/>
            </a:avLst>
          </a:prstGeom>
          <a:solidFill>
            <a:srgbClr val="2563FF"/>
          </a:solidFill>
          <a:ln w="5715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 rot="-360000">
            <a:off x="8436437" y="2920027"/>
            <a:ext cx="685800" cy="685800"/>
          </a:xfrm>
          <a:prstGeom prst="ellipse">
            <a:avLst/>
          </a:prstGeom>
          <a:solidFill>
            <a:srgbClr val="EEF2FA"/>
          </a:solidFill>
          <a:ln/>
          <a:effectLst>
            <a:outerShdw sx="100000" sy="100000" kx="0" ky="0" algn="bl" rotWithShape="0" blurRad="762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Toggle text"/>
          <p:cNvSpPr txBox="1"/>
          <p:nvPr/>
        </p:nvSpPr>
        <p:spPr>
          <a:xfrm rot="-360000">
            <a:off x="7564989" y="3088821"/>
            <a:ext cx="66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AI</a:t>
            </a:r>
            <a:endParaRPr lang="en-US" sz="2550" dirty="0"/>
          </a:p>
        </p:txBody>
      </p:sp>
      <p:sp>
        <p:nvSpPr>
          <p:cNvPr id="18" name="Headline 1 Day"/>
          <p:cNvSpPr txBox="1"/>
          <p:nvPr/>
        </p:nvSpPr>
        <p:spPr>
          <a:xfrm rot="-360000">
            <a:off x="1047750" y="2857500"/>
            <a:ext cx="3524250" cy="1409700"/>
          </a:xfrm>
          <a:prstGeom prst="rect">
            <a:avLst/>
          </a:prstGeom>
          <a:solidFill>
            <a:srgbClr val="FF7A3D"/>
          </a:solidFill>
          <a:ln/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1 Day</a:t>
            </a:r>
            <a:endParaRPr lang="en-US" sz="8400" dirty="0"/>
          </a:p>
        </p:txBody>
      </p:sp>
      <p:sp>
        <p:nvSpPr>
          <p:cNvPr id="19" name="Headline AI"/>
          <p:cNvSpPr txBox="1"/>
          <p:nvPr/>
        </p:nvSpPr>
        <p:spPr>
          <a:xfrm rot="-240000">
            <a:off x="1428750" y="4191000"/>
            <a:ext cx="6896100" cy="1638300"/>
          </a:xfrm>
          <a:prstGeom prst="rect">
            <a:avLst/>
          </a:prstGeom>
          <a:solidFill>
            <a:srgbClr val="2563FF"/>
          </a:solidFill>
          <a:ln/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AI ตัดคลิป</a:t>
            </a:r>
            <a:endParaRPr lang="en-US" sz="10200" dirty="0"/>
          </a:p>
        </p:txBody>
      </p:sp>
      <p:sp>
        <p:nvSpPr>
          <p:cNvPr id="20" name="Subheadline"/>
          <p:cNvSpPr txBox="1"/>
          <p:nvPr/>
        </p:nvSpPr>
        <p:spPr>
          <a:xfrm rot="120000">
            <a:off x="2381250" y="6286500"/>
            <a:ext cx="62865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ทำคลิป ตัดต่อ </a:t>
            </a:r>
            <a:pPr algn="ctr" indent="0" marL="0">
              <a:buNone/>
            </a:pPr>
            <a:r>
              <a:rPr lang="en-US" sz="4200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พร้อมขาย</a:t>
            </a:r>
            <a:endParaRPr lang="en-US" sz="4200" dirty="0"/>
          </a:p>
        </p:txBody>
      </p:sp>
      <p:pic>
        <p:nvPicPr>
          <p:cNvPr id="21" name="Icon Claude" descr="/home/user/dsme-2026/poster/pptx-assets/clau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">
            <a:off x="8572500" y="5619750"/>
            <a:ext cx="1295400" cy="12954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 rot="540000">
            <a:off x="8667750" y="7048500"/>
            <a:ext cx="1009650" cy="409575"/>
          </a:xfrm>
          <a:prstGeom prst="rect">
            <a:avLst/>
          </a:prstGeom>
          <a:solidFill>
            <a:srgbClr val="0B10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Claude</a:t>
            </a:r>
            <a:endParaRPr lang="en-US" sz="1650" dirty="0"/>
          </a:p>
        </p:txBody>
      </p:sp>
      <p:pic>
        <p:nvPicPr>
          <p:cNvPr id="23" name="Icon CapCut" descr="/home/user/dsme-2026/poster/pptx-assets/capc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00000">
            <a:off x="762000" y="7524750"/>
            <a:ext cx="1428750" cy="142875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 rot="-600000">
            <a:off x="904875" y="9067800"/>
            <a:ext cx="1085850" cy="409575"/>
          </a:xfrm>
          <a:prstGeom prst="rect">
            <a:avLst/>
          </a:prstGeom>
          <a:solidFill>
            <a:srgbClr val="0B10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CapCut</a:t>
            </a:r>
            <a:endParaRPr lang="en-US" sz="1650" dirty="0"/>
          </a:p>
        </p:txBody>
      </p:sp>
      <p:pic>
        <p:nvPicPr>
          <p:cNvPr id="25" name="Instructors" descr="/home/user/dsme-2026/poster/pptx-assets/instructo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4575" y="7553325"/>
            <a:ext cx="5848350" cy="5305425"/>
          </a:xfrm>
          <a:prstGeom prst="rect">
            <a:avLst/>
          </a:prstGeom>
        </p:spPr>
      </p:pic>
      <p:pic>
        <p:nvPicPr>
          <p:cNvPr id="26" name="Cat sparkle" descr="/home/user/dsme-2026/poster/pptx-assets/cat-spark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480000">
            <a:off x="2076450" y="8220075"/>
            <a:ext cx="1181100" cy="1181100"/>
          </a:xfrm>
          <a:prstGeom prst="rect">
            <a:avLst/>
          </a:prstGeom>
        </p:spPr>
      </p:pic>
      <p:sp>
        <p:nvSpPr>
          <p:cNvPr id="27" name="Badge seats"/>
          <p:cNvSpPr/>
          <p:nvPr/>
        </p:nvSpPr>
        <p:spPr>
          <a:xfrm rot="-480000">
            <a:off x="571500" y="9572625"/>
            <a:ext cx="2095500" cy="2095500"/>
          </a:xfrm>
          <a:prstGeom prst="ellipse">
            <a:avLst/>
          </a:prstGeom>
          <a:solidFill>
            <a:srgbClr val="FFFFFF"/>
          </a:solidFill>
          <a:ln w="66675">
            <a:solidFill>
              <a:srgbClr val="2563FF"/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</p:sp>
      <p:sp>
        <p:nvSpPr>
          <p:cNvPr id="28" name="Badge price"/>
          <p:cNvSpPr/>
          <p:nvPr/>
        </p:nvSpPr>
        <p:spPr>
          <a:xfrm rot="600000">
            <a:off x="7334250" y="8382000"/>
            <a:ext cx="2571750" cy="2571750"/>
          </a:xfrm>
          <a:prstGeom prst="ellipse">
            <a:avLst/>
          </a:prstGeom>
          <a:solidFill>
            <a:srgbClr val="FF7A3D"/>
          </a:solidFill>
          <a:ln w="66675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</p:sp>
      <p:sp>
        <p:nvSpPr>
          <p:cNvPr id="29" name="Badge seats text"/>
          <p:cNvSpPr txBox="1"/>
          <p:nvPr/>
        </p:nvSpPr>
        <p:spPr>
          <a:xfrm rot="-480000">
            <a:off x="571500" y="9572625"/>
            <a:ext cx="2095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รับเพียง</a:t>
            </a:r>
            <a:endParaRPr lang="en-US" sz="1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200" dirty="0">
                <a:solidFill>
                  <a:srgbClr val="2563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10</a:t>
            </a:r>
            <a:endParaRPr lang="en-US" sz="1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ที่นั่ง</a:t>
            </a:r>
            <a:endParaRPr lang="en-US" sz="1800" dirty="0"/>
          </a:p>
        </p:txBody>
      </p:sp>
      <p:sp>
        <p:nvSpPr>
          <p:cNvPr id="30" name="Badge price text"/>
          <p:cNvSpPr txBox="1"/>
          <p:nvPr/>
        </p:nvSpPr>
        <p:spPr>
          <a:xfrm rot="600000">
            <a:off x="7334250" y="8382000"/>
            <a:ext cx="25717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ราคารอบแรก</a:t>
            </a:r>
            <a:endParaRPr lang="en-US" sz="1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7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6,990</a:t>
            </a:r>
            <a:endParaRPr lang="en-US" sz="1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บาท/ท่าน</a:t>
            </a:r>
            <a:endParaRPr lang="en-US" sz="1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650" strike="sngStrike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ราคาเต็ม 8,500</a:t>
            </a:r>
            <a:endParaRPr lang="en-US" sz="1800" dirty="0"/>
          </a:p>
        </p:txBody>
      </p:sp>
      <p:sp>
        <p:nvSpPr>
          <p:cNvPr id="31" name="Date label"/>
          <p:cNvSpPr txBox="1"/>
          <p:nvPr/>
        </p:nvSpPr>
        <p:spPr>
          <a:xfrm rot="-120000">
            <a:off x="477265" y="12193023"/>
            <a:ext cx="1257300" cy="476250"/>
          </a:xfrm>
          <a:prstGeom prst="rect">
            <a:avLst/>
          </a:prstGeom>
          <a:solidFill>
            <a:srgbClr val="FF7A3D"/>
          </a:solidFill>
          <a:ln/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วันเรียน</a:t>
            </a:r>
            <a:endParaRPr lang="en-US" sz="1800" dirty="0"/>
          </a:p>
        </p:txBody>
      </p:sp>
      <p:sp>
        <p:nvSpPr>
          <p:cNvPr id="32" name="Date"/>
          <p:cNvSpPr txBox="1"/>
          <p:nvPr/>
        </p:nvSpPr>
        <p:spPr>
          <a:xfrm rot="-120000">
            <a:off x="1733167" y="11998610"/>
            <a:ext cx="3333750" cy="704850"/>
          </a:xfrm>
          <a:prstGeom prst="rect">
            <a:avLst/>
          </a:prstGeom>
          <a:solidFill>
            <a:srgbClr val="0B1020"/>
          </a:solidFill>
          <a:ln w="19050">
            <a:solidFill>
              <a:srgbClr val="3A4152"/>
            </a:solidFill>
          </a:ln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เสาร์ 7 พ.ย. 2026</a:t>
            </a:r>
            <a:endParaRPr lang="en-US" sz="3000" dirty="0"/>
          </a:p>
        </p:txBody>
      </p:sp>
      <p:sp>
        <p:nvSpPr>
          <p:cNvPr id="33" name="CTA"/>
          <p:cNvSpPr txBox="1"/>
          <p:nvPr/>
        </p:nvSpPr>
        <p:spPr>
          <a:xfrm rot="-240000">
            <a:off x="5619750" y="11906250"/>
            <a:ext cx="3667125" cy="781050"/>
          </a:xfrm>
          <a:prstGeom prst="roundRect">
            <a:avLst>
              <a:gd name="adj" fmla="val 58537"/>
            </a:avLst>
          </a:prstGeom>
          <a:solidFill>
            <a:srgbClr val="FF7A3D"/>
          </a:solidFill>
          <a:ln w="47625">
            <a:solidFill>
              <a:srgbClr val="FFFFFF"/>
            </a:solidFill>
          </a:ln>
          <a:effectLst>
            <a:outerShdw sx="100000" sy="100000" kx="0" ky="0" algn="bl" rotWithShape="0" blurRad="177800" dist="1016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สนใจ คอมเมนต์เลย</a:t>
            </a:r>
            <a:endParaRPr lang="en-US" sz="2550" dirty="0"/>
          </a:p>
        </p:txBody>
      </p:sp>
      <p:pic>
        <p:nvPicPr>
          <p:cNvPr id="34" name="Cursor" descr="/home/user/dsme-2026/poster/pptx-assets/curs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840000">
            <a:off x="9001125" y="11982450"/>
            <a:ext cx="800100" cy="8001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66750" y="2647950"/>
            <a:ext cx="41910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3300" dirty="0"/>
          </a:p>
        </p:txBody>
      </p:sp>
      <p:sp>
        <p:nvSpPr>
          <p:cNvPr id="36" name="Text 27"/>
          <p:cNvSpPr txBox="1"/>
          <p:nvPr/>
        </p:nvSpPr>
        <p:spPr>
          <a:xfrm>
            <a:off x="9429750" y="4267200"/>
            <a:ext cx="285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250" dirty="0"/>
          </a:p>
        </p:txBody>
      </p:sp>
      <p:sp>
        <p:nvSpPr>
          <p:cNvPr id="37" name="Text 28"/>
          <p:cNvSpPr txBox="1"/>
          <p:nvPr/>
        </p:nvSpPr>
        <p:spPr>
          <a:xfrm>
            <a:off x="6953250" y="7696200"/>
            <a:ext cx="266700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Day AI ตัดคลิป</dc:title>
  <dc:subject>PptxGenJS Presentation</dc:subject>
  <dc:creator>PptxGenJS</dc:creator>
  <cp:lastModifiedBy>PptxGenJS</cp:lastModifiedBy>
  <cp:revision>1</cp:revision>
  <dcterms:created xsi:type="dcterms:W3CDTF">2026-10-13T11:38:54Z</dcterms:created>
  <dcterms:modified xsi:type="dcterms:W3CDTF">2026-10-13T11:38:54Z</dcterms:modified>
</cp:coreProperties>
</file>