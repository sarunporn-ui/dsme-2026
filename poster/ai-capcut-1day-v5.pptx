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cat" descr="/home/user/dsme-2026/poster/pptx-assets-v5/logoc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33400"/>
            <a:ext cx="561975" cy="514350"/>
          </a:xfrm>
          <a:prstGeom prst="rect">
            <a:avLst/>
          </a:prstGeom>
        </p:spPr>
      </p:pic>
      <p:sp>
        <p:nvSpPr>
          <p:cNvPr id="3" name="Logo text"/>
          <p:cNvSpPr txBox="1"/>
          <p:nvPr/>
        </p:nvSpPr>
        <p:spPr>
          <a:xfrm>
            <a:off x="7967811" y="547688"/>
            <a:ext cx="1747689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ToGreater</a:t>
            </a:r>
            <a:endParaRPr lang="en-US" sz="2400" dirty="0"/>
          </a:p>
        </p:txBody>
      </p:sp>
      <p:sp>
        <p:nvSpPr>
          <p:cNvPr id="4" name="Hey"/>
          <p:cNvSpPr txBox="1"/>
          <p:nvPr/>
        </p:nvSpPr>
        <p:spPr>
          <a:xfrm rot="-540000">
            <a:off x="876300" y="1123950"/>
            <a:ext cx="21336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rgbClr val="FF7A3D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เฮ้ย!</a:t>
            </a:r>
            <a:endParaRPr lang="en-US" sz="7200" dirty="0"/>
          </a:p>
        </p:txBody>
      </p:sp>
      <p:sp>
        <p:nvSpPr>
          <p:cNvPr id="5" name="Bar"/>
          <p:cNvSpPr txBox="1"/>
          <p:nvPr/>
        </p:nvSpPr>
        <p:spPr>
          <a:xfrm>
            <a:off x="1057275" y="2266950"/>
            <a:ext cx="7877175" cy="1181100"/>
          </a:xfrm>
          <a:prstGeom prst="rect">
            <a:avLst/>
          </a:prstGeom>
          <a:solidFill>
            <a:srgbClr val="256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5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ตัดเองมันเมื่อยมือ !!!</a:t>
            </a:r>
            <a:endParaRPr lang="en-US" sz="4950" dirty="0"/>
          </a:p>
        </p:txBody>
      </p:sp>
      <p:sp>
        <p:nvSpPr>
          <p:cNvPr id="6" name="Big word"/>
          <p:cNvSpPr txBox="1"/>
          <p:nvPr/>
        </p:nvSpPr>
        <p:spPr>
          <a:xfrm>
            <a:off x="0" y="3543300"/>
            <a:ext cx="10287000" cy="2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950" spc="-200" kern="0" dirty="0">
                <a:solidFill>
                  <a:srgbClr val="FFFF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AI ตัดคลิป</a:t>
            </a:r>
            <a:endParaRPr lang="en-US" sz="13950" dirty="0"/>
          </a:p>
        </p:txBody>
      </p:sp>
      <p:pic>
        <p:nvPicPr>
          <p:cNvPr id="7" name="Sticker Claude" descr="/home/user/dsme-2026/poster/pptx-assets-v5/stClau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525" y="2238375"/>
            <a:ext cx="1809750" cy="1809750"/>
          </a:xfrm>
          <a:prstGeom prst="rect">
            <a:avLst/>
          </a:prstGeom>
        </p:spPr>
      </p:pic>
      <p:pic>
        <p:nvPicPr>
          <p:cNvPr id="8" name="Big head woman" descr="/home/user/dsme-2026/poster/pptx-assets-v5/peek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24275"/>
            <a:ext cx="3952875" cy="6524625"/>
          </a:xfrm>
          <a:prstGeom prst="rect">
            <a:avLst/>
          </a:prstGeom>
        </p:spPr>
      </p:pic>
      <p:pic>
        <p:nvPicPr>
          <p:cNvPr id="9" name="Big head man" descr="/home/user/dsme-2026/poster/pptx-assets-v5/peek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8950" y="3752850"/>
            <a:ext cx="3448050" cy="7048500"/>
          </a:xfrm>
          <a:prstGeom prst="rect">
            <a:avLst/>
          </a:prstGeom>
        </p:spPr>
      </p:pic>
      <p:pic>
        <p:nvPicPr>
          <p:cNvPr id="10" name="Laptop CapCut UI" descr="/home/user/dsme-2026/poster/pptx-assets-v5/lapto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4050" y="5238750"/>
            <a:ext cx="6762750" cy="5391150"/>
          </a:xfrm>
          <a:prstGeom prst="rect">
            <a:avLst/>
          </a:prstGeom>
        </p:spPr>
      </p:pic>
      <p:sp>
        <p:nvSpPr>
          <p:cNvPr id="11" name="Name น้องเกรท"/>
          <p:cNvSpPr txBox="1"/>
          <p:nvPr/>
        </p:nvSpPr>
        <p:spPr>
          <a:xfrm>
            <a:off x="38100" y="9525000"/>
            <a:ext cx="1619250" cy="481905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25400" dir="540000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น้องเกรท</a:t>
            </a:r>
            <a:endParaRPr lang="en-US" sz="16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ToGreater</a:t>
            </a:r>
            <a:endParaRPr lang="en-US" sz="1650" dirty="0"/>
          </a:p>
        </p:txBody>
      </p:sp>
      <p:sp>
        <p:nvSpPr>
          <p:cNvPr id="12" name="Name พี่มิค"/>
          <p:cNvSpPr txBox="1"/>
          <p:nvPr/>
        </p:nvSpPr>
        <p:spPr>
          <a:xfrm>
            <a:off x="8715375" y="9906000"/>
            <a:ext cx="1524000" cy="481905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25400" dir="540000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พี่มิค</a:t>
            </a:r>
            <a:endParaRPr lang="en-US" sz="16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AI ง่ายง่าย</a:t>
            </a:r>
            <a:endParaRPr lang="en-US" sz="1650" dirty="0"/>
          </a:p>
        </p:txBody>
      </p:sp>
      <p:pic>
        <p:nvPicPr>
          <p:cNvPr id="13" name="Sticker CapCut" descr="/home/user/dsme-2026/poster/pptx-assets-v5/stCapcu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8667750"/>
            <a:ext cx="2076450" cy="2076450"/>
          </a:xfrm>
          <a:prstGeom prst="rect">
            <a:avLst/>
          </a:prstGeom>
        </p:spPr>
      </p:pic>
      <p:pic>
        <p:nvPicPr>
          <p:cNvPr id="14" name="Sticker cat" descr="/home/user/dsme-2026/poster/pptx-assets-v5/stCa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225" y="10563225"/>
            <a:ext cx="1905000" cy="1905000"/>
          </a:xfrm>
          <a:prstGeom prst="rect">
            <a:avLst/>
          </a:prstGeom>
        </p:spPr>
      </p:pic>
      <p:sp>
        <p:nvSpPr>
          <p:cNvPr id="15" name="Copy 1"/>
          <p:cNvSpPr txBox="1"/>
          <p:nvPr/>
        </p:nvSpPr>
        <p:spPr>
          <a:xfrm>
            <a:off x="0" y="10458450"/>
            <a:ext cx="10287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CapCut + Claude + 1 วัน = </a:t>
            </a:r>
            <a:pPr algn="ctr" indent="0" marL="0">
              <a:buNone/>
            </a:pPr>
            <a:r>
              <a:rPr lang="en-US" sz="2400" b="1" dirty="0">
                <a:solidFill>
                  <a:srgbClr val="FF7A3D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คลิปพร้อมขาย</a:t>
            </a:r>
            <a:endParaRPr lang="en-US" sz="2400" dirty="0"/>
          </a:p>
        </p:txBody>
      </p:sp>
      <p:sp>
        <p:nvSpPr>
          <p:cNvPr id="16" name="Price label"/>
          <p:cNvSpPr txBox="1"/>
          <p:nvPr/>
        </p:nvSpPr>
        <p:spPr>
          <a:xfrm>
            <a:off x="2394942" y="11286083"/>
            <a:ext cx="166181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C7D2FE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ราคารอบแรก</a:t>
            </a:r>
            <a:endParaRPr lang="en-US" sz="1950" dirty="0"/>
          </a:p>
          <a:p>
            <a:pPr algn="r" indent="0" marL="0">
              <a:buNone/>
            </a:pPr>
            <a:r>
              <a:rPr lang="en-US" sz="1950" strike="sngStrike" dirty="0">
                <a:solidFill>
                  <a:srgbClr val="94A3B8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ปกติ 12,900</a:t>
            </a:r>
            <a:endParaRPr lang="en-US" sz="1950" dirty="0"/>
          </a:p>
        </p:txBody>
      </p:sp>
      <p:sp>
        <p:nvSpPr>
          <p:cNvPr id="17" name="Price"/>
          <p:cNvSpPr txBox="1"/>
          <p:nvPr/>
        </p:nvSpPr>
        <p:spPr>
          <a:xfrm>
            <a:off x="4247257" y="10982325"/>
            <a:ext cx="3740051" cy="1226790"/>
          </a:xfrm>
          <a:prstGeom prst="rect">
            <a:avLst/>
          </a:prstGeom>
          <a:noFill/>
          <a:ln/>
          <a:effectLst>
            <a:outerShdw sx="100000" sy="100000" kx="0" ky="0" algn="bl" rotWithShape="0" blurRad="304800" dist="101600" dir="5400000">
              <a:srgbClr val="FF7A3D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dirty="0">
                <a:solidFill>
                  <a:srgbClr val="FF7A3D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9,900</a:t>
            </a:r>
            <a:pPr algn="l" indent="0" marL="0">
              <a:buNone/>
            </a:pPr>
            <a:r>
              <a:rPr lang="en-US" sz="3300" dirty="0">
                <a:solidFill>
                  <a:srgbClr val="FF7A3D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.-</a:t>
            </a:r>
            <a:endParaRPr lang="en-US" sz="8400" dirty="0"/>
          </a:p>
        </p:txBody>
      </p:sp>
      <p:sp>
        <p:nvSpPr>
          <p:cNvPr id="18" name="Info bar"/>
          <p:cNvSpPr txBox="1"/>
          <p:nvPr/>
        </p:nvSpPr>
        <p:spPr>
          <a:xfrm>
            <a:off x="1161306" y="12228165"/>
            <a:ext cx="7964388" cy="533400"/>
          </a:xfrm>
          <a:prstGeom prst="rect">
            <a:avLst/>
          </a:prstGeom>
          <a:solidFill>
            <a:srgbClr val="256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คอร์สสด 1 วันจบ · เสาร์ 7 พ.ย. 69 · รับ 10 ที่นั่ง · สนใจ คอมเมนต์เลย!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Day AI ตัดคลิป v5</dc:title>
  <dc:subject>PptxGenJS Presentation</dc:subject>
  <dc:creator>PptxGenJS</dc:creator>
  <cp:lastModifiedBy>PptxGenJS</cp:lastModifiedBy>
  <cp:revision>1</cp:revision>
  <dcterms:created xsi:type="dcterms:W3CDTF">2026-10-13T13:50:14Z</dcterms:created>
  <dcterms:modified xsi:type="dcterms:W3CDTF">2026-10-13T13:50:14Z</dcterms:modified>
</cp:coreProperties>
</file>