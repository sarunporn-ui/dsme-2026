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cat" descr="/home/user/dsme-2026/poster/pptx-assets-v5/logoc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33400"/>
            <a:ext cx="561975" cy="514350"/>
          </a:xfrm>
          <a:prstGeom prst="rect">
            <a:avLst/>
          </a:prstGeom>
        </p:spPr>
      </p:pic>
      <p:sp>
        <p:nvSpPr>
          <p:cNvPr id="3" name="Logo text"/>
          <p:cNvSpPr txBox="1"/>
          <p:nvPr/>
        </p:nvSpPr>
        <p:spPr>
          <a:xfrm>
            <a:off x="7967811" y="547688"/>
            <a:ext cx="1747689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LINE Seed Sans TH Heavy" pitchFamily="34" charset="0"/>
                <a:ea typeface="LINE Seed Sans TH Heavy" pitchFamily="34" charset="-122"/>
                <a:cs typeface="LINE Seed Sans TH Heavy" pitchFamily="34" charset="-120"/>
              </a:rPr>
              <a:t>ToGreater</a:t>
            </a:r>
            <a:endParaRPr lang="en-US" sz="2400" dirty="0"/>
          </a:p>
        </p:txBody>
      </p:sp>
      <p:sp>
        <p:nvSpPr>
          <p:cNvPr id="4" name="Hey"/>
          <p:cNvSpPr txBox="1"/>
          <p:nvPr/>
        </p:nvSpPr>
        <p:spPr>
          <a:xfrm rot="-540000">
            <a:off x="876300" y="1123950"/>
            <a:ext cx="21336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rgbClr val="FF7A3D"/>
                </a:solidFill>
                <a:latin typeface="LINE Seed Sans TH Heavy" pitchFamily="34" charset="0"/>
                <a:ea typeface="LINE Seed Sans TH Heavy" pitchFamily="34" charset="-122"/>
                <a:cs typeface="LINE Seed Sans TH Heavy" pitchFamily="34" charset="-120"/>
              </a:rPr>
              <a:t>เฮ้ย!</a:t>
            </a:r>
            <a:endParaRPr lang="en-US" sz="7200" dirty="0"/>
          </a:p>
        </p:txBody>
      </p:sp>
      <p:sp>
        <p:nvSpPr>
          <p:cNvPr id="5" name="Bar"/>
          <p:cNvSpPr txBox="1"/>
          <p:nvPr/>
        </p:nvSpPr>
        <p:spPr>
          <a:xfrm>
            <a:off x="876300" y="2266950"/>
            <a:ext cx="7877175" cy="828675"/>
          </a:xfrm>
          <a:prstGeom prst="rect">
            <a:avLst/>
          </a:prstGeom>
          <a:solidFill>
            <a:srgbClr val="256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50" dirty="0">
                <a:solidFill>
                  <a:srgbClr val="FFFFFF"/>
                </a:solidFill>
                <a:latin typeface="LINE Seed Sans TH Heavy" pitchFamily="34" charset="0"/>
                <a:ea typeface="LINE Seed Sans TH Heavy" pitchFamily="34" charset="-122"/>
                <a:cs typeface="LINE Seed Sans TH Heavy" pitchFamily="34" charset="-120"/>
              </a:rPr>
              <a:t>อยากทำคลิปขายเป็นไหม?</a:t>
            </a:r>
            <a:endParaRPr lang="en-US" sz="4950" dirty="0"/>
          </a:p>
        </p:txBody>
      </p:sp>
      <p:sp>
        <p:nvSpPr>
          <p:cNvPr id="6" name="Big word"/>
          <p:cNvSpPr txBox="1"/>
          <p:nvPr/>
        </p:nvSpPr>
        <p:spPr>
          <a:xfrm>
            <a:off x="0" y="3733800"/>
            <a:ext cx="10287000" cy="2305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950" spc="-200" kern="0" dirty="0">
                <a:solidFill>
                  <a:srgbClr val="FFFFFF"/>
                </a:solidFill>
                <a:latin typeface="LINE Seed Sans TH Heavy" pitchFamily="34" charset="0"/>
                <a:ea typeface="LINE Seed Sans TH Heavy" pitchFamily="34" charset="-122"/>
                <a:cs typeface="LINE Seed Sans TH Heavy" pitchFamily="34" charset="-120"/>
              </a:rPr>
              <a:t>AI ตัดคลิป</a:t>
            </a:r>
            <a:endParaRPr lang="en-US" sz="13950" dirty="0"/>
          </a:p>
        </p:txBody>
      </p:sp>
      <p:pic>
        <p:nvPicPr>
          <p:cNvPr id="7" name="Sticker Claude" descr="/home/user/dsme-2026/poster/pptx-assets-v5/stClau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0075" y="2886075"/>
            <a:ext cx="1809750" cy="1809750"/>
          </a:xfrm>
          <a:prstGeom prst="rect">
            <a:avLst/>
          </a:prstGeom>
        </p:spPr>
      </p:pic>
      <p:pic>
        <p:nvPicPr>
          <p:cNvPr id="8" name="Big head woman" descr="/home/user/dsme-2026/poster/pptx-assets-v5/peek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981450"/>
            <a:ext cx="4048125" cy="6562725"/>
          </a:xfrm>
          <a:prstGeom prst="rect">
            <a:avLst/>
          </a:prstGeom>
        </p:spPr>
      </p:pic>
      <p:pic>
        <p:nvPicPr>
          <p:cNvPr id="9" name="Big head man" descr="/home/user/dsme-2026/poster/pptx-assets-v5/peek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7525" y="4324350"/>
            <a:ext cx="3419475" cy="6705600"/>
          </a:xfrm>
          <a:prstGeom prst="rect">
            <a:avLst/>
          </a:prstGeom>
        </p:spPr>
      </p:pic>
      <p:pic>
        <p:nvPicPr>
          <p:cNvPr id="10" name="Laptop CapCut UI" descr="/home/user/dsme-2026/poster/pptx-assets-v5/lapto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71625" y="5238750"/>
            <a:ext cx="7143750" cy="5391150"/>
          </a:xfrm>
          <a:prstGeom prst="rect">
            <a:avLst/>
          </a:prstGeom>
        </p:spPr>
      </p:pic>
      <p:pic>
        <p:nvPicPr>
          <p:cNvPr id="11" name="Sticker CapCut" descr="/home/user/dsme-2026/poster/pptx-assets-v5/stCapcu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0" y="8667750"/>
            <a:ext cx="2076450" cy="2076450"/>
          </a:xfrm>
          <a:prstGeom prst="rect">
            <a:avLst/>
          </a:prstGeom>
        </p:spPr>
      </p:pic>
      <p:pic>
        <p:nvPicPr>
          <p:cNvPr id="12" name="Sticker cat" descr="/home/user/dsme-2026/poster/pptx-assets-v5/stCa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900" y="8963025"/>
            <a:ext cx="2171700" cy="2171700"/>
          </a:xfrm>
          <a:prstGeom prst="rect">
            <a:avLst/>
          </a:prstGeom>
        </p:spPr>
      </p:pic>
      <p:sp>
        <p:nvSpPr>
          <p:cNvPr id="13" name="Copy 1"/>
          <p:cNvSpPr txBox="1"/>
          <p:nvPr/>
        </p:nvSpPr>
        <p:spPr>
          <a:xfrm>
            <a:off x="0" y="10858500"/>
            <a:ext cx="10287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FFFFFF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CapCut + Claude + 1 วัน = </a:t>
            </a:r>
            <a:pPr algn="ctr" indent="0" marL="0">
              <a:buNone/>
            </a:pPr>
            <a:r>
              <a:rPr lang="en-US" sz="2400" b="1" i="1" dirty="0">
                <a:solidFill>
                  <a:srgbClr val="FF7A3D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คลิปพร้อมขาย</a:t>
            </a:r>
            <a:endParaRPr lang="en-US" sz="2400" dirty="0"/>
          </a:p>
        </p:txBody>
      </p:sp>
      <p:sp>
        <p:nvSpPr>
          <p:cNvPr id="14" name="Copy 2"/>
          <p:cNvSpPr txBox="1"/>
          <p:nvPr/>
        </p:nvSpPr>
        <p:spPr>
          <a:xfrm>
            <a:off x="0" y="11401425"/>
            <a:ext cx="10287000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i="1" dirty="0">
                <a:solidFill>
                  <a:srgbClr val="C7D2FE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คอร์สสด 1 วันจบ · สนใจ คอมเมนต์เลย!</a:t>
            </a:r>
            <a:endParaRPr lang="en-US" sz="2250" dirty="0"/>
          </a:p>
        </p:txBody>
      </p:sp>
      <p:sp>
        <p:nvSpPr>
          <p:cNvPr id="15" name="Copy 3"/>
          <p:cNvSpPr txBox="1"/>
          <p:nvPr/>
        </p:nvSpPr>
        <p:spPr>
          <a:xfrm>
            <a:off x="1582341" y="11982450"/>
            <a:ext cx="7122170" cy="533400"/>
          </a:xfrm>
          <a:prstGeom prst="rect">
            <a:avLst/>
          </a:prstGeom>
          <a:solidFill>
            <a:srgbClr val="256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i="1" dirty="0">
                <a:solidFill>
                  <a:srgbClr val="FFFFFF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เสาร์ 7 พ.ย. 69 · รับ 10 ที่นั่ง · รอบแรก 6,990.- </a:t>
            </a:r>
            <a:pPr algn="ctr" indent="0" marL="0">
              <a:buNone/>
            </a:pPr>
            <a:r>
              <a:rPr lang="en-US" sz="2100" b="1" i="1" strike="sngStrike" dirty="0">
                <a:solidFill>
                  <a:srgbClr val="FFFFFF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(ปกติ 8,500)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 Day AI ตัดคลิป v5</dc:title>
  <dc:subject>PptxGenJS Presentation</dc:subject>
  <dc:creator>PptxGenJS</dc:creator>
  <cp:lastModifiedBy>PptxGenJS</cp:lastModifiedBy>
  <cp:revision>1</cp:revision>
  <dcterms:created xsi:type="dcterms:W3CDTF">2026-10-13T13:35:03Z</dcterms:created>
  <dcterms:modified xsi:type="dcterms:W3CDTF">2026-10-13T13:35:03Z</dcterms:modified>
</cp:coreProperties>
</file>